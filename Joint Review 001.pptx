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18" r:id="rId1"/>
  </p:sldMasterIdLst>
  <p:notesMasterIdLst>
    <p:notesMasterId r:id="rId18"/>
  </p:notesMasterIdLst>
  <p:handoutMasterIdLst>
    <p:handoutMasterId r:id="rId19"/>
  </p:handoutMasterIdLst>
  <p:sldIdLst>
    <p:sldId id="655" r:id="rId2"/>
    <p:sldId id="256395" r:id="rId3"/>
    <p:sldId id="256398" r:id="rId4"/>
    <p:sldId id="256377" r:id="rId5"/>
    <p:sldId id="256540" r:id="rId6"/>
    <p:sldId id="256548" r:id="rId7"/>
    <p:sldId id="256549" r:id="rId8"/>
    <p:sldId id="256550" r:id="rId9"/>
    <p:sldId id="256551" r:id="rId10"/>
    <p:sldId id="256533" r:id="rId11"/>
    <p:sldId id="256545" r:id="rId12"/>
    <p:sldId id="256546" r:id="rId13"/>
    <p:sldId id="256547" r:id="rId14"/>
    <p:sldId id="256552" r:id="rId15"/>
    <p:sldId id="256553" r:id="rId16"/>
    <p:sldId id="211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4B463E9-5E63-4073-870A-9514A832B032}">
          <p14:sldIdLst>
            <p14:sldId id="655"/>
            <p14:sldId id="256395"/>
            <p14:sldId id="256398"/>
            <p14:sldId id="256377"/>
            <p14:sldId id="256540"/>
            <p14:sldId id="256548"/>
            <p14:sldId id="256549"/>
            <p14:sldId id="256550"/>
            <p14:sldId id="256551"/>
            <p14:sldId id="256533"/>
            <p14:sldId id="256545"/>
            <p14:sldId id="256546"/>
            <p14:sldId id="256547"/>
            <p14:sldId id="256552"/>
            <p14:sldId id="256553"/>
            <p14:sldId id="211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urgess, Racheal" initials="BR" lastIdx="7" clrIdx="0">
    <p:extLst>
      <p:ext uri="{19B8F6BF-5375-455C-9EA6-DF929625EA0E}">
        <p15:presenceInfo xmlns:p15="http://schemas.microsoft.com/office/powerpoint/2012/main" userId="S::racheal.burgess@carrier.com::a40fa4f9-4a51-4e13-8913-963b9cf6da52" providerId="AD"/>
      </p:ext>
    </p:extLst>
  </p:cmAuthor>
  <p:cmAuthor id="2" name="Pillutla Kamala" initials="PK" lastIdx="2" clrIdx="1">
    <p:extLst>
      <p:ext uri="{19B8F6BF-5375-455C-9EA6-DF929625EA0E}">
        <p15:presenceInfo xmlns:p15="http://schemas.microsoft.com/office/powerpoint/2012/main" userId="S::Pillutla.Kamala@Ltts.com::0a24237b-08fd-45f8-b1b9-6fd2937f44a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D2FF"/>
    <a:srgbClr val="8DEBC5"/>
    <a:srgbClr val="0077BD"/>
    <a:srgbClr val="404040"/>
    <a:srgbClr val="FFCC29"/>
    <a:srgbClr val="C9E5FE"/>
    <a:srgbClr val="A2D2FB"/>
    <a:srgbClr val="0556CD"/>
    <a:srgbClr val="9BBB59"/>
    <a:srgbClr val="2C3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5" autoAdjust="0"/>
    <p:restoredTop sz="93506" autoAdjust="0"/>
  </p:normalViewPr>
  <p:slideViewPr>
    <p:cSldViewPr snapToGrid="0">
      <p:cViewPr varScale="1">
        <p:scale>
          <a:sx n="68" d="100"/>
          <a:sy n="68" d="100"/>
        </p:scale>
        <p:origin x="744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5" d="100"/>
        <a:sy n="115" d="100"/>
      </p:scale>
      <p:origin x="0" y="0"/>
    </p:cViewPr>
  </p:notesTextViewPr>
  <p:sorterViewPr>
    <p:cViewPr>
      <p:scale>
        <a:sx n="100" d="100"/>
        <a:sy n="100" d="100"/>
      </p:scale>
      <p:origin x="0" y="-1086"/>
    </p:cViewPr>
  </p:sorterViewPr>
  <p:notesViewPr>
    <p:cSldViewPr snapToGrid="0">
      <p:cViewPr varScale="1">
        <p:scale>
          <a:sx n="52" d="100"/>
          <a:sy n="52" d="100"/>
        </p:scale>
        <p:origin x="286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0A521-0E72-45B9-950F-A2764DD61E0E}" type="datetimeFigureOut">
              <a:rPr lang="en-US" smtClean="0"/>
              <a:t>2020-07-30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7C5E9-34F9-417E-B562-B134DAF93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4488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5499C-BD3B-421D-BB06-A028370BE70B}" type="datetimeFigureOut">
              <a:rPr lang="en-US" smtClean="0"/>
              <a:t>2020-07-30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77D60-B07B-46CA-B624-432B4D316F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27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277D60-B07B-46CA-B624-432B4D316F1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122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20914" y="29029"/>
            <a:ext cx="11379200" cy="67382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</p:spTree>
    <p:extLst>
      <p:ext uri="{BB962C8B-B14F-4D97-AF65-F5344CB8AC3E}">
        <p14:creationId xmlns:p14="http://schemas.microsoft.com/office/powerpoint/2010/main" val="22621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20914" y="29028"/>
            <a:ext cx="11379200" cy="110373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  <a:br>
              <a:rPr lang="en-US" dirty="0"/>
            </a:br>
            <a:r>
              <a:rPr lang="en-US" dirty="0"/>
              <a:t>Line 2</a:t>
            </a:r>
          </a:p>
        </p:txBody>
      </p:sp>
      <p:sp>
        <p:nvSpPr>
          <p:cNvPr id="3" name="Rectangle: Rounded Corners 2"/>
          <p:cNvSpPr/>
          <p:nvPr userDrawn="1"/>
        </p:nvSpPr>
        <p:spPr>
          <a:xfrm>
            <a:off x="578564" y="928326"/>
            <a:ext cx="1393371" cy="48768"/>
          </a:xfrm>
          <a:prstGeom prst="roundRect">
            <a:avLst/>
          </a:prstGeom>
          <a:solidFill>
            <a:srgbClr val="FFCC2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3973680" y="6581003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354"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1437495" y="6581379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pPr algn="r" defTabSz="914354"/>
              <a:t>‹#›</a:t>
            </a:fld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150243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ar Da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roup 294"/>
          <p:cNvGrpSpPr/>
          <p:nvPr userDrawn="1"/>
        </p:nvGrpSpPr>
        <p:grpSpPr bwMode="gray">
          <a:xfrm>
            <a:off x="-1" y="795868"/>
            <a:ext cx="12183353" cy="5833533"/>
            <a:chOff x="-1" y="596901"/>
            <a:chExt cx="9137515" cy="4375150"/>
          </a:xfrm>
        </p:grpSpPr>
        <p:cxnSp>
          <p:nvCxnSpPr>
            <p:cNvPr id="296" name="Straight Connector 295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06400" y="1"/>
            <a:ext cx="11379200" cy="67382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Tabular Data Slide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 bwMode="gray">
          <a:xfrm>
            <a:off x="385767" y="1789889"/>
            <a:ext cx="2689021" cy="1305667"/>
          </a:xfrm>
          <a:prstGeom prst="homePlate">
            <a:avLst>
              <a:gd name="adj" fmla="val 25515"/>
            </a:avLst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133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1"/>
          </p:nvPr>
        </p:nvSpPr>
        <p:spPr bwMode="gray">
          <a:xfrm>
            <a:off x="385767" y="3432784"/>
            <a:ext cx="2689021" cy="1305667"/>
          </a:xfrm>
          <a:prstGeom prst="homePlate">
            <a:avLst>
              <a:gd name="adj" fmla="val 25515"/>
            </a:avLst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133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2"/>
          </p:nvPr>
        </p:nvSpPr>
        <p:spPr bwMode="gray">
          <a:xfrm>
            <a:off x="385767" y="5075679"/>
            <a:ext cx="2689021" cy="1305667"/>
          </a:xfrm>
          <a:prstGeom prst="homePlate">
            <a:avLst>
              <a:gd name="adj" fmla="val 25515"/>
            </a:avLst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133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 bwMode="gray">
          <a:xfrm>
            <a:off x="411708" y="864682"/>
            <a:ext cx="11368587" cy="458236"/>
          </a:xfrm>
          <a:prstGeom prst="parallelogram">
            <a:avLst/>
          </a:prstGeom>
          <a:solidFill>
            <a:srgbClr val="0077BD"/>
          </a:solidFill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4"/>
          </p:nvPr>
        </p:nvSpPr>
        <p:spPr bwMode="gray">
          <a:xfrm>
            <a:off x="3762175" y="1426680"/>
            <a:ext cx="3656787" cy="285389"/>
          </a:xfrm>
          <a:prstGeom prst="parallelogram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15"/>
          </p:nvPr>
        </p:nvSpPr>
        <p:spPr bwMode="gray">
          <a:xfrm>
            <a:off x="7981816" y="1426680"/>
            <a:ext cx="3656787" cy="285389"/>
          </a:xfrm>
          <a:prstGeom prst="parallelogram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814234" y="184186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7"/>
          </p:nvPr>
        </p:nvSpPr>
        <p:spPr bwMode="gray">
          <a:xfrm>
            <a:off x="8016582" y="184186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8"/>
          </p:nvPr>
        </p:nvSpPr>
        <p:spPr bwMode="gray">
          <a:xfrm>
            <a:off x="3814234" y="3476105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8016582" y="3476105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20"/>
          </p:nvPr>
        </p:nvSpPr>
        <p:spPr bwMode="gray">
          <a:xfrm>
            <a:off x="3814234" y="511900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5" name="Text Placeholder 11"/>
          <p:cNvSpPr>
            <a:spLocks noGrp="1"/>
          </p:cNvSpPr>
          <p:nvPr>
            <p:ph type="body" sz="quarter" idx="21"/>
          </p:nvPr>
        </p:nvSpPr>
        <p:spPr bwMode="gray">
          <a:xfrm>
            <a:off x="8016582" y="511900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7" name="Text Placeholder 11"/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437513" y="2741039"/>
            <a:ext cx="2153055" cy="3284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1">
                <a:solidFill>
                  <a:schemeClr val="bg1"/>
                </a:solidFill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28" name="Text Placeholder 11"/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437513" y="4409872"/>
            <a:ext cx="2153055" cy="3284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1">
                <a:solidFill>
                  <a:schemeClr val="bg1"/>
                </a:solidFill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29" name="Text Placeholder 11"/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437513" y="6035472"/>
            <a:ext cx="2153055" cy="3284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1">
                <a:solidFill>
                  <a:schemeClr val="bg1"/>
                </a:solidFill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60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D:\Abhinav\L&amp;T - PPT Design Guidelines\_Slides_Work\grid-01.pn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55678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2" name="Rectangle 21"/>
          <p:cNvSpPr/>
          <p:nvPr userDrawn="1"/>
        </p:nvSpPr>
        <p:spPr>
          <a:xfrm>
            <a:off x="0" y="0"/>
            <a:ext cx="12192000" cy="6556787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68474" y="1323939"/>
            <a:ext cx="3528087" cy="1325563"/>
          </a:xfrm>
          <a:prstGeom prst="rect">
            <a:avLst/>
          </a:prstGeom>
        </p:spPr>
        <p:txBody>
          <a:bodyPr anchor="ctr"/>
          <a:lstStyle>
            <a:lvl1pPr algn="ctr">
              <a:defRPr sz="4267"/>
            </a:lvl1pPr>
          </a:lstStyle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17" name="Freeform 17"/>
          <p:cNvSpPr>
            <a:spLocks/>
          </p:cNvSpPr>
          <p:nvPr userDrawn="1"/>
        </p:nvSpPr>
        <p:spPr bwMode="auto">
          <a:xfrm>
            <a:off x="1" y="3530451"/>
            <a:ext cx="3210233" cy="767632"/>
          </a:xfrm>
          <a:custGeom>
            <a:avLst/>
            <a:gdLst/>
            <a:ahLst/>
            <a:cxnLst/>
            <a:rect l="l" t="t" r="r" b="b"/>
            <a:pathLst>
              <a:path w="2402984" h="575724">
                <a:moveTo>
                  <a:pt x="0" y="0"/>
                </a:moveTo>
                <a:lnTo>
                  <a:pt x="2402984" y="0"/>
                </a:lnTo>
                <a:lnTo>
                  <a:pt x="2052676" y="575724"/>
                </a:lnTo>
                <a:lnTo>
                  <a:pt x="0" y="575724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IN" sz="2400" dirty="0"/>
          </a:p>
        </p:txBody>
      </p:sp>
      <p:grpSp>
        <p:nvGrpSpPr>
          <p:cNvPr id="18" name="Group 5"/>
          <p:cNvGrpSpPr>
            <a:grpSpLocks noChangeAspect="1"/>
          </p:cNvGrpSpPr>
          <p:nvPr userDrawn="1"/>
        </p:nvGrpSpPr>
        <p:grpSpPr bwMode="auto">
          <a:xfrm>
            <a:off x="150620" y="3719371"/>
            <a:ext cx="2592000" cy="389157"/>
            <a:chOff x="119" y="2341"/>
            <a:chExt cx="1805" cy="271"/>
          </a:xfrm>
        </p:grpSpPr>
        <p:sp>
          <p:nvSpPr>
            <p:cNvPr id="19" name="Freeform 6"/>
            <p:cNvSpPr>
              <a:spLocks noEditPoints="1"/>
            </p:cNvSpPr>
            <p:nvPr userDrawn="1"/>
          </p:nvSpPr>
          <p:spPr bwMode="auto">
            <a:xfrm>
              <a:off x="119" y="2341"/>
              <a:ext cx="270" cy="271"/>
            </a:xfrm>
            <a:custGeom>
              <a:avLst/>
              <a:gdLst>
                <a:gd name="T0" fmla="*/ 57 w 114"/>
                <a:gd name="T1" fmla="*/ 0 h 115"/>
                <a:gd name="T2" fmla="*/ 114 w 114"/>
                <a:gd name="T3" fmla="*/ 58 h 115"/>
                <a:gd name="T4" fmla="*/ 57 w 114"/>
                <a:gd name="T5" fmla="*/ 115 h 115"/>
                <a:gd name="T6" fmla="*/ 0 w 114"/>
                <a:gd name="T7" fmla="*/ 58 h 115"/>
                <a:gd name="T8" fmla="*/ 57 w 114"/>
                <a:gd name="T9" fmla="*/ 0 h 115"/>
                <a:gd name="T10" fmla="*/ 49 w 114"/>
                <a:gd name="T11" fmla="*/ 107 h 115"/>
                <a:gd name="T12" fmla="*/ 73 w 114"/>
                <a:gd name="T13" fmla="*/ 65 h 115"/>
                <a:gd name="T14" fmla="*/ 57 w 114"/>
                <a:gd name="T15" fmla="*/ 65 h 115"/>
                <a:gd name="T16" fmla="*/ 65 w 114"/>
                <a:gd name="T17" fmla="*/ 51 h 115"/>
                <a:gd name="T18" fmla="*/ 104 w 114"/>
                <a:gd name="T19" fmla="*/ 51 h 115"/>
                <a:gd name="T20" fmla="*/ 96 w 114"/>
                <a:gd name="T21" fmla="*/ 65 h 115"/>
                <a:gd name="T22" fmla="*/ 82 w 114"/>
                <a:gd name="T23" fmla="*/ 65 h 115"/>
                <a:gd name="T24" fmla="*/ 57 w 114"/>
                <a:gd name="T25" fmla="*/ 108 h 115"/>
                <a:gd name="T26" fmla="*/ 107 w 114"/>
                <a:gd name="T27" fmla="*/ 58 h 115"/>
                <a:gd name="T28" fmla="*/ 57 w 114"/>
                <a:gd name="T29" fmla="*/ 8 h 115"/>
                <a:gd name="T30" fmla="*/ 51 w 114"/>
                <a:gd name="T31" fmla="*/ 8 h 115"/>
                <a:gd name="T32" fmla="*/ 26 w 114"/>
                <a:gd name="T33" fmla="*/ 51 h 115"/>
                <a:gd name="T34" fmla="*/ 57 w 114"/>
                <a:gd name="T35" fmla="*/ 51 h 115"/>
                <a:gd name="T36" fmla="*/ 49 w 114"/>
                <a:gd name="T37" fmla="*/ 65 h 115"/>
                <a:gd name="T38" fmla="*/ 10 w 114"/>
                <a:gd name="T39" fmla="*/ 65 h 115"/>
                <a:gd name="T40" fmla="*/ 41 w 114"/>
                <a:gd name="T41" fmla="*/ 10 h 115"/>
                <a:gd name="T42" fmla="*/ 7 w 114"/>
                <a:gd name="T43" fmla="*/ 58 h 115"/>
                <a:gd name="T44" fmla="*/ 49 w 114"/>
                <a:gd name="T45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4" h="115">
                  <a:moveTo>
                    <a:pt x="57" y="0"/>
                  </a:moveTo>
                  <a:cubicBezTo>
                    <a:pt x="88" y="0"/>
                    <a:pt x="114" y="26"/>
                    <a:pt x="114" y="58"/>
                  </a:cubicBezTo>
                  <a:cubicBezTo>
                    <a:pt x="114" y="89"/>
                    <a:pt x="88" y="115"/>
                    <a:pt x="57" y="115"/>
                  </a:cubicBezTo>
                  <a:cubicBezTo>
                    <a:pt x="25" y="115"/>
                    <a:pt x="0" y="89"/>
                    <a:pt x="0" y="58"/>
                  </a:cubicBezTo>
                  <a:cubicBezTo>
                    <a:pt x="0" y="26"/>
                    <a:pt x="25" y="0"/>
                    <a:pt x="57" y="0"/>
                  </a:cubicBezTo>
                  <a:moveTo>
                    <a:pt x="49" y="107"/>
                  </a:moveTo>
                  <a:cubicBezTo>
                    <a:pt x="73" y="65"/>
                    <a:pt x="73" y="65"/>
                    <a:pt x="73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104" y="51"/>
                    <a:pt x="104" y="51"/>
                    <a:pt x="104" y="51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82" y="65"/>
                    <a:pt x="82" y="65"/>
                    <a:pt x="82" y="65"/>
                  </a:cubicBezTo>
                  <a:cubicBezTo>
                    <a:pt x="57" y="108"/>
                    <a:pt x="57" y="108"/>
                    <a:pt x="57" y="108"/>
                  </a:cubicBezTo>
                  <a:cubicBezTo>
                    <a:pt x="84" y="108"/>
                    <a:pt x="107" y="85"/>
                    <a:pt x="107" y="58"/>
                  </a:cubicBezTo>
                  <a:cubicBezTo>
                    <a:pt x="107" y="30"/>
                    <a:pt x="84" y="8"/>
                    <a:pt x="57" y="8"/>
                  </a:cubicBezTo>
                  <a:cubicBezTo>
                    <a:pt x="55" y="8"/>
                    <a:pt x="53" y="8"/>
                    <a:pt x="51" y="8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57" y="51"/>
                    <a:pt x="57" y="51"/>
                    <a:pt x="57" y="51"/>
                  </a:cubicBezTo>
                  <a:cubicBezTo>
                    <a:pt x="49" y="65"/>
                    <a:pt x="49" y="65"/>
                    <a:pt x="49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21" y="17"/>
                    <a:pt x="7" y="36"/>
                    <a:pt x="7" y="58"/>
                  </a:cubicBezTo>
                  <a:cubicBezTo>
                    <a:pt x="7" y="83"/>
                    <a:pt x="25" y="103"/>
                    <a:pt x="49" y="1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 dirty="0"/>
            </a:p>
          </p:txBody>
        </p:sp>
        <p:sp>
          <p:nvSpPr>
            <p:cNvPr id="20" name="Freeform 7"/>
            <p:cNvSpPr>
              <a:spLocks noEditPoints="1"/>
            </p:cNvSpPr>
            <p:nvPr userDrawn="1"/>
          </p:nvSpPr>
          <p:spPr bwMode="auto">
            <a:xfrm>
              <a:off x="457" y="2426"/>
              <a:ext cx="1467" cy="125"/>
            </a:xfrm>
            <a:custGeom>
              <a:avLst/>
              <a:gdLst>
                <a:gd name="T0" fmla="*/ 55 w 621"/>
                <a:gd name="T1" fmla="*/ 34 h 53"/>
                <a:gd name="T2" fmla="*/ 53 w 621"/>
                <a:gd name="T3" fmla="*/ 18 h 53"/>
                <a:gd name="T4" fmla="*/ 35 w 621"/>
                <a:gd name="T5" fmla="*/ 7 h 53"/>
                <a:gd name="T6" fmla="*/ 29 w 621"/>
                <a:gd name="T7" fmla="*/ 38 h 53"/>
                <a:gd name="T8" fmla="*/ 45 w 621"/>
                <a:gd name="T9" fmla="*/ 35 h 53"/>
                <a:gd name="T10" fmla="*/ 40 w 621"/>
                <a:gd name="T11" fmla="*/ 24 h 53"/>
                <a:gd name="T12" fmla="*/ 42 w 621"/>
                <a:gd name="T13" fmla="*/ 9 h 53"/>
                <a:gd name="T14" fmla="*/ 81 w 621"/>
                <a:gd name="T15" fmla="*/ 9 h 53"/>
                <a:gd name="T16" fmla="*/ 139 w 621"/>
                <a:gd name="T17" fmla="*/ 9 h 53"/>
                <a:gd name="T18" fmla="*/ 144 w 621"/>
                <a:gd name="T19" fmla="*/ 13 h 53"/>
                <a:gd name="T20" fmla="*/ 155 w 621"/>
                <a:gd name="T21" fmla="*/ 40 h 53"/>
                <a:gd name="T22" fmla="*/ 145 w 621"/>
                <a:gd name="T23" fmla="*/ 18 h 53"/>
                <a:gd name="T24" fmla="*/ 174 w 621"/>
                <a:gd name="T25" fmla="*/ 13 h 53"/>
                <a:gd name="T26" fmla="*/ 182 w 621"/>
                <a:gd name="T27" fmla="*/ 35 h 53"/>
                <a:gd name="T28" fmla="*/ 181 w 621"/>
                <a:gd name="T29" fmla="*/ 18 h 53"/>
                <a:gd name="T30" fmla="*/ 205 w 621"/>
                <a:gd name="T31" fmla="*/ 18 h 53"/>
                <a:gd name="T32" fmla="*/ 217 w 621"/>
                <a:gd name="T33" fmla="*/ 21 h 53"/>
                <a:gd name="T34" fmla="*/ 187 w 621"/>
                <a:gd name="T35" fmla="*/ 41 h 53"/>
                <a:gd name="T36" fmla="*/ 243 w 621"/>
                <a:gd name="T37" fmla="*/ 22 h 53"/>
                <a:gd name="T38" fmla="*/ 241 w 621"/>
                <a:gd name="T39" fmla="*/ 12 h 53"/>
                <a:gd name="T40" fmla="*/ 269 w 621"/>
                <a:gd name="T41" fmla="*/ 36 h 53"/>
                <a:gd name="T42" fmla="*/ 276 w 621"/>
                <a:gd name="T43" fmla="*/ 20 h 53"/>
                <a:gd name="T44" fmla="*/ 260 w 621"/>
                <a:gd name="T45" fmla="*/ 17 h 53"/>
                <a:gd name="T46" fmla="*/ 284 w 621"/>
                <a:gd name="T47" fmla="*/ 19 h 53"/>
                <a:gd name="T48" fmla="*/ 314 w 621"/>
                <a:gd name="T49" fmla="*/ 35 h 53"/>
                <a:gd name="T50" fmla="*/ 326 w 621"/>
                <a:gd name="T51" fmla="*/ 22 h 53"/>
                <a:gd name="T52" fmla="*/ 305 w 621"/>
                <a:gd name="T53" fmla="*/ 22 h 53"/>
                <a:gd name="T54" fmla="*/ 330 w 621"/>
                <a:gd name="T55" fmla="*/ 15 h 53"/>
                <a:gd name="T56" fmla="*/ 367 w 621"/>
                <a:gd name="T57" fmla="*/ 17 h 53"/>
                <a:gd name="T58" fmla="*/ 340 w 621"/>
                <a:gd name="T59" fmla="*/ 19 h 53"/>
                <a:gd name="T60" fmla="*/ 357 w 621"/>
                <a:gd name="T61" fmla="*/ 36 h 53"/>
                <a:gd name="T62" fmla="*/ 358 w 621"/>
                <a:gd name="T63" fmla="*/ 24 h 53"/>
                <a:gd name="T64" fmla="*/ 346 w 621"/>
                <a:gd name="T65" fmla="*/ 23 h 53"/>
                <a:gd name="T66" fmla="*/ 373 w 621"/>
                <a:gd name="T67" fmla="*/ 47 h 53"/>
                <a:gd name="T68" fmla="*/ 383 w 621"/>
                <a:gd name="T69" fmla="*/ 45 h 53"/>
                <a:gd name="T70" fmla="*/ 430 w 621"/>
                <a:gd name="T71" fmla="*/ 2 h 53"/>
                <a:gd name="T72" fmla="*/ 433 w 621"/>
                <a:gd name="T73" fmla="*/ 27 h 53"/>
                <a:gd name="T74" fmla="*/ 420 w 621"/>
                <a:gd name="T75" fmla="*/ 41 h 53"/>
                <a:gd name="T76" fmla="*/ 433 w 621"/>
                <a:gd name="T77" fmla="*/ 18 h 53"/>
                <a:gd name="T78" fmla="*/ 443 w 621"/>
                <a:gd name="T79" fmla="*/ 10 h 53"/>
                <a:gd name="T80" fmla="*/ 449 w 621"/>
                <a:gd name="T81" fmla="*/ 19 h 53"/>
                <a:gd name="T82" fmla="*/ 466 w 621"/>
                <a:gd name="T83" fmla="*/ 36 h 53"/>
                <a:gd name="T84" fmla="*/ 466 w 621"/>
                <a:gd name="T85" fmla="*/ 19 h 53"/>
                <a:gd name="T86" fmla="*/ 492 w 621"/>
                <a:gd name="T87" fmla="*/ 20 h 53"/>
                <a:gd name="T88" fmla="*/ 488 w 621"/>
                <a:gd name="T89" fmla="*/ 18 h 53"/>
                <a:gd name="T90" fmla="*/ 511 w 621"/>
                <a:gd name="T91" fmla="*/ 33 h 53"/>
                <a:gd name="T92" fmla="*/ 535 w 621"/>
                <a:gd name="T93" fmla="*/ 8 h 53"/>
                <a:gd name="T94" fmla="*/ 546 w 621"/>
                <a:gd name="T95" fmla="*/ 23 h 53"/>
                <a:gd name="T96" fmla="*/ 558 w 621"/>
                <a:gd name="T97" fmla="*/ 36 h 53"/>
                <a:gd name="T98" fmla="*/ 567 w 621"/>
                <a:gd name="T99" fmla="*/ 19 h 53"/>
                <a:gd name="T100" fmla="*/ 571 w 621"/>
                <a:gd name="T101" fmla="*/ 19 h 53"/>
                <a:gd name="T102" fmla="*/ 588 w 621"/>
                <a:gd name="T103" fmla="*/ 36 h 53"/>
                <a:gd name="T104" fmla="*/ 588 w 621"/>
                <a:gd name="T105" fmla="*/ 19 h 53"/>
                <a:gd name="T106" fmla="*/ 604 w 621"/>
                <a:gd name="T107" fmla="*/ 15 h 53"/>
                <a:gd name="T108" fmla="*/ 609 w 621"/>
                <a:gd name="T109" fmla="*/ 36 h 53"/>
                <a:gd name="T110" fmla="*/ 613 w 621"/>
                <a:gd name="T111" fmla="*/ 40 h 53"/>
                <a:gd name="T112" fmla="*/ 609 w 621"/>
                <a:gd name="T113" fmla="*/ 1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53">
                  <a:moveTo>
                    <a:pt x="0" y="41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8" y="3"/>
                    <a:pt x="8" y="3"/>
                    <a:pt x="8" y="3"/>
                  </a:cubicBezTo>
                  <a:lnTo>
                    <a:pt x="0" y="41"/>
                  </a:lnTo>
                  <a:close/>
                  <a:moveTo>
                    <a:pt x="51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6" y="33"/>
                    <a:pt x="57" y="32"/>
                    <a:pt x="58" y="30"/>
                  </a:cubicBezTo>
                  <a:cubicBezTo>
                    <a:pt x="59" y="29"/>
                    <a:pt x="60" y="27"/>
                    <a:pt x="60" y="25"/>
                  </a:cubicBezTo>
                  <a:cubicBezTo>
                    <a:pt x="61" y="24"/>
                    <a:pt x="61" y="22"/>
                    <a:pt x="61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21"/>
                    <a:pt x="55" y="22"/>
                    <a:pt x="54" y="23"/>
                  </a:cubicBezTo>
                  <a:cubicBezTo>
                    <a:pt x="54" y="24"/>
                    <a:pt x="54" y="25"/>
                    <a:pt x="53" y="26"/>
                  </a:cubicBezTo>
                  <a:cubicBezTo>
                    <a:pt x="53" y="27"/>
                    <a:pt x="52" y="28"/>
                    <a:pt x="51" y="29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1"/>
                    <a:pt x="48" y="20"/>
                    <a:pt x="50" y="20"/>
                  </a:cubicBezTo>
                  <a:cubicBezTo>
                    <a:pt x="51" y="19"/>
                    <a:pt x="52" y="18"/>
                    <a:pt x="53" y="18"/>
                  </a:cubicBezTo>
                  <a:cubicBezTo>
                    <a:pt x="54" y="17"/>
                    <a:pt x="55" y="16"/>
                    <a:pt x="55" y="15"/>
                  </a:cubicBezTo>
                  <a:cubicBezTo>
                    <a:pt x="56" y="14"/>
                    <a:pt x="56" y="12"/>
                    <a:pt x="56" y="11"/>
                  </a:cubicBezTo>
                  <a:cubicBezTo>
                    <a:pt x="56" y="10"/>
                    <a:pt x="56" y="8"/>
                    <a:pt x="55" y="7"/>
                  </a:cubicBezTo>
                  <a:cubicBezTo>
                    <a:pt x="55" y="7"/>
                    <a:pt x="54" y="6"/>
                    <a:pt x="53" y="5"/>
                  </a:cubicBezTo>
                  <a:cubicBezTo>
                    <a:pt x="53" y="4"/>
                    <a:pt x="52" y="4"/>
                    <a:pt x="51" y="3"/>
                  </a:cubicBezTo>
                  <a:cubicBezTo>
                    <a:pt x="50" y="3"/>
                    <a:pt x="49" y="3"/>
                    <a:pt x="48" y="2"/>
                  </a:cubicBezTo>
                  <a:cubicBezTo>
                    <a:pt x="47" y="2"/>
                    <a:pt x="46" y="2"/>
                    <a:pt x="45" y="2"/>
                  </a:cubicBezTo>
                  <a:cubicBezTo>
                    <a:pt x="44" y="2"/>
                    <a:pt x="42" y="2"/>
                    <a:pt x="41" y="3"/>
                  </a:cubicBezTo>
                  <a:cubicBezTo>
                    <a:pt x="40" y="3"/>
                    <a:pt x="39" y="4"/>
                    <a:pt x="37" y="4"/>
                  </a:cubicBezTo>
                  <a:cubicBezTo>
                    <a:pt x="36" y="5"/>
                    <a:pt x="35" y="6"/>
                    <a:pt x="35" y="7"/>
                  </a:cubicBezTo>
                  <a:cubicBezTo>
                    <a:pt x="34" y="9"/>
                    <a:pt x="34" y="10"/>
                    <a:pt x="34" y="12"/>
                  </a:cubicBezTo>
                  <a:cubicBezTo>
                    <a:pt x="34" y="13"/>
                    <a:pt x="34" y="14"/>
                    <a:pt x="34" y="15"/>
                  </a:cubicBezTo>
                  <a:cubicBezTo>
                    <a:pt x="34" y="15"/>
                    <a:pt x="35" y="16"/>
                    <a:pt x="35" y="17"/>
                  </a:cubicBezTo>
                  <a:cubicBezTo>
                    <a:pt x="36" y="17"/>
                    <a:pt x="36" y="18"/>
                    <a:pt x="37" y="19"/>
                  </a:cubicBezTo>
                  <a:cubicBezTo>
                    <a:pt x="35" y="19"/>
                    <a:pt x="34" y="20"/>
                    <a:pt x="33" y="21"/>
                  </a:cubicBezTo>
                  <a:cubicBezTo>
                    <a:pt x="31" y="21"/>
                    <a:pt x="30" y="22"/>
                    <a:pt x="29" y="23"/>
                  </a:cubicBezTo>
                  <a:cubicBezTo>
                    <a:pt x="28" y="24"/>
                    <a:pt x="27" y="25"/>
                    <a:pt x="27" y="26"/>
                  </a:cubicBezTo>
                  <a:cubicBezTo>
                    <a:pt x="26" y="28"/>
                    <a:pt x="26" y="29"/>
                    <a:pt x="26" y="31"/>
                  </a:cubicBezTo>
                  <a:cubicBezTo>
                    <a:pt x="26" y="32"/>
                    <a:pt x="26" y="34"/>
                    <a:pt x="27" y="35"/>
                  </a:cubicBezTo>
                  <a:cubicBezTo>
                    <a:pt x="27" y="36"/>
                    <a:pt x="28" y="37"/>
                    <a:pt x="29" y="38"/>
                  </a:cubicBezTo>
                  <a:cubicBezTo>
                    <a:pt x="30" y="39"/>
                    <a:pt x="31" y="39"/>
                    <a:pt x="32" y="40"/>
                  </a:cubicBezTo>
                  <a:cubicBezTo>
                    <a:pt x="33" y="41"/>
                    <a:pt x="34" y="41"/>
                    <a:pt x="35" y="41"/>
                  </a:cubicBezTo>
                  <a:cubicBezTo>
                    <a:pt x="37" y="41"/>
                    <a:pt x="38" y="42"/>
                    <a:pt x="39" y="42"/>
                  </a:cubicBezTo>
                  <a:cubicBezTo>
                    <a:pt x="40" y="42"/>
                    <a:pt x="41" y="42"/>
                    <a:pt x="42" y="41"/>
                  </a:cubicBezTo>
                  <a:cubicBezTo>
                    <a:pt x="43" y="41"/>
                    <a:pt x="44" y="41"/>
                    <a:pt x="45" y="41"/>
                  </a:cubicBezTo>
                  <a:cubicBezTo>
                    <a:pt x="46" y="41"/>
                    <a:pt x="47" y="40"/>
                    <a:pt x="48" y="40"/>
                  </a:cubicBezTo>
                  <a:cubicBezTo>
                    <a:pt x="48" y="40"/>
                    <a:pt x="49" y="39"/>
                    <a:pt x="50" y="39"/>
                  </a:cubicBezTo>
                  <a:lnTo>
                    <a:pt x="51" y="41"/>
                  </a:lnTo>
                  <a:close/>
                  <a:moveTo>
                    <a:pt x="47" y="34"/>
                  </a:moveTo>
                  <a:cubicBezTo>
                    <a:pt x="46" y="34"/>
                    <a:pt x="45" y="35"/>
                    <a:pt x="45" y="35"/>
                  </a:cubicBezTo>
                  <a:cubicBezTo>
                    <a:pt x="44" y="35"/>
                    <a:pt x="43" y="36"/>
                    <a:pt x="42" y="36"/>
                  </a:cubicBezTo>
                  <a:cubicBezTo>
                    <a:pt x="42" y="36"/>
                    <a:pt x="41" y="36"/>
                    <a:pt x="40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7" y="35"/>
                    <a:pt x="36" y="35"/>
                    <a:pt x="35" y="35"/>
                  </a:cubicBezTo>
                  <a:cubicBezTo>
                    <a:pt x="35" y="34"/>
                    <a:pt x="34" y="34"/>
                    <a:pt x="34" y="33"/>
                  </a:cubicBezTo>
                  <a:cubicBezTo>
                    <a:pt x="34" y="32"/>
                    <a:pt x="33" y="31"/>
                    <a:pt x="33" y="30"/>
                  </a:cubicBezTo>
                  <a:cubicBezTo>
                    <a:pt x="33" y="29"/>
                    <a:pt x="34" y="29"/>
                    <a:pt x="34" y="28"/>
                  </a:cubicBezTo>
                  <a:cubicBezTo>
                    <a:pt x="34" y="27"/>
                    <a:pt x="35" y="27"/>
                    <a:pt x="35" y="26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4"/>
                    <a:pt x="39" y="24"/>
                    <a:pt x="40" y="24"/>
                  </a:cubicBezTo>
                  <a:lnTo>
                    <a:pt x="47" y="34"/>
                  </a:lnTo>
                  <a:close/>
                  <a:moveTo>
                    <a:pt x="50" y="11"/>
                  </a:moveTo>
                  <a:cubicBezTo>
                    <a:pt x="50" y="12"/>
                    <a:pt x="49" y="12"/>
                    <a:pt x="49" y="13"/>
                  </a:cubicBezTo>
                  <a:cubicBezTo>
                    <a:pt x="48" y="14"/>
                    <a:pt x="48" y="14"/>
                    <a:pt x="47" y="15"/>
                  </a:cubicBezTo>
                  <a:cubicBezTo>
                    <a:pt x="47" y="15"/>
                    <a:pt x="46" y="16"/>
                    <a:pt x="45" y="16"/>
                  </a:cubicBezTo>
                  <a:cubicBezTo>
                    <a:pt x="44" y="16"/>
                    <a:pt x="44" y="17"/>
                    <a:pt x="43" y="17"/>
                  </a:cubicBezTo>
                  <a:cubicBezTo>
                    <a:pt x="43" y="16"/>
                    <a:pt x="42" y="16"/>
                    <a:pt x="42" y="15"/>
                  </a:cubicBezTo>
                  <a:cubicBezTo>
                    <a:pt x="42" y="15"/>
                    <a:pt x="41" y="14"/>
                    <a:pt x="41" y="14"/>
                  </a:cubicBezTo>
                  <a:cubicBezTo>
                    <a:pt x="41" y="13"/>
                    <a:pt x="41" y="12"/>
                    <a:pt x="41" y="12"/>
                  </a:cubicBezTo>
                  <a:cubicBezTo>
                    <a:pt x="41" y="11"/>
                    <a:pt x="41" y="10"/>
                    <a:pt x="42" y="9"/>
                  </a:cubicBezTo>
                  <a:cubicBezTo>
                    <a:pt x="42" y="9"/>
                    <a:pt x="43" y="8"/>
                    <a:pt x="43" y="8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46" y="7"/>
                    <a:pt x="47" y="7"/>
                    <a:pt x="48" y="8"/>
                  </a:cubicBezTo>
                  <a:cubicBezTo>
                    <a:pt x="48" y="8"/>
                    <a:pt x="49" y="8"/>
                    <a:pt x="49" y="9"/>
                  </a:cubicBezTo>
                  <a:cubicBezTo>
                    <a:pt x="49" y="9"/>
                    <a:pt x="50" y="10"/>
                    <a:pt x="50" y="11"/>
                  </a:cubicBezTo>
                  <a:moveTo>
                    <a:pt x="62" y="9"/>
                  </a:moveTo>
                  <a:cubicBezTo>
                    <a:pt x="73" y="9"/>
                    <a:pt x="73" y="9"/>
                    <a:pt x="73" y="9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3" y="3"/>
                    <a:pt x="93" y="3"/>
                    <a:pt x="93" y="3"/>
                  </a:cubicBezTo>
                  <a:cubicBezTo>
                    <a:pt x="64" y="3"/>
                    <a:pt x="64" y="3"/>
                    <a:pt x="64" y="3"/>
                  </a:cubicBezTo>
                  <a:lnTo>
                    <a:pt x="62" y="9"/>
                  </a:lnTo>
                  <a:close/>
                  <a:moveTo>
                    <a:pt x="109" y="9"/>
                  </a:moveTo>
                  <a:cubicBezTo>
                    <a:pt x="120" y="9"/>
                    <a:pt x="120" y="9"/>
                    <a:pt x="120" y="9"/>
                  </a:cubicBezTo>
                  <a:cubicBezTo>
                    <a:pt x="113" y="41"/>
                    <a:pt x="113" y="41"/>
                    <a:pt x="113" y="4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40" y="3"/>
                    <a:pt x="140" y="3"/>
                    <a:pt x="140" y="3"/>
                  </a:cubicBezTo>
                  <a:cubicBezTo>
                    <a:pt x="111" y="3"/>
                    <a:pt x="111" y="3"/>
                    <a:pt x="111" y="3"/>
                  </a:cubicBezTo>
                  <a:lnTo>
                    <a:pt x="109" y="9"/>
                  </a:lnTo>
                  <a:close/>
                  <a:moveTo>
                    <a:pt x="160" y="29"/>
                  </a:moveTo>
                  <a:cubicBezTo>
                    <a:pt x="160" y="28"/>
                    <a:pt x="160" y="27"/>
                    <a:pt x="160" y="26"/>
                  </a:cubicBezTo>
                  <a:cubicBezTo>
                    <a:pt x="160" y="25"/>
                    <a:pt x="160" y="24"/>
                    <a:pt x="160" y="23"/>
                  </a:cubicBezTo>
                  <a:cubicBezTo>
                    <a:pt x="160" y="20"/>
                    <a:pt x="160" y="18"/>
                    <a:pt x="159" y="17"/>
                  </a:cubicBezTo>
                  <a:cubicBezTo>
                    <a:pt x="158" y="15"/>
                    <a:pt x="157" y="14"/>
                    <a:pt x="155" y="13"/>
                  </a:cubicBezTo>
                  <a:cubicBezTo>
                    <a:pt x="153" y="12"/>
                    <a:pt x="151" y="12"/>
                    <a:pt x="149" y="12"/>
                  </a:cubicBezTo>
                  <a:cubicBezTo>
                    <a:pt x="147" y="12"/>
                    <a:pt x="145" y="12"/>
                    <a:pt x="144" y="13"/>
                  </a:cubicBezTo>
                  <a:cubicBezTo>
                    <a:pt x="142" y="14"/>
                    <a:pt x="141" y="14"/>
                    <a:pt x="139" y="16"/>
                  </a:cubicBezTo>
                  <a:cubicBezTo>
                    <a:pt x="138" y="17"/>
                    <a:pt x="137" y="18"/>
                    <a:pt x="136" y="19"/>
                  </a:cubicBezTo>
                  <a:cubicBezTo>
                    <a:pt x="135" y="21"/>
                    <a:pt x="134" y="22"/>
                    <a:pt x="134" y="24"/>
                  </a:cubicBezTo>
                  <a:cubicBezTo>
                    <a:pt x="133" y="26"/>
                    <a:pt x="133" y="27"/>
                    <a:pt x="133" y="29"/>
                  </a:cubicBezTo>
                  <a:cubicBezTo>
                    <a:pt x="133" y="31"/>
                    <a:pt x="133" y="33"/>
                    <a:pt x="134" y="35"/>
                  </a:cubicBezTo>
                  <a:cubicBezTo>
                    <a:pt x="134" y="36"/>
                    <a:pt x="135" y="38"/>
                    <a:pt x="137" y="39"/>
                  </a:cubicBezTo>
                  <a:cubicBezTo>
                    <a:pt x="138" y="40"/>
                    <a:pt x="139" y="40"/>
                    <a:pt x="141" y="41"/>
                  </a:cubicBezTo>
                  <a:cubicBezTo>
                    <a:pt x="143" y="41"/>
                    <a:pt x="144" y="42"/>
                    <a:pt x="146" y="42"/>
                  </a:cubicBezTo>
                  <a:cubicBezTo>
                    <a:pt x="148" y="42"/>
                    <a:pt x="149" y="41"/>
                    <a:pt x="151" y="41"/>
                  </a:cubicBezTo>
                  <a:cubicBezTo>
                    <a:pt x="153" y="41"/>
                    <a:pt x="154" y="40"/>
                    <a:pt x="155" y="40"/>
                  </a:cubicBezTo>
                  <a:cubicBezTo>
                    <a:pt x="156" y="34"/>
                    <a:pt x="156" y="34"/>
                    <a:pt x="156" y="34"/>
                  </a:cubicBezTo>
                  <a:cubicBezTo>
                    <a:pt x="155" y="35"/>
                    <a:pt x="154" y="35"/>
                    <a:pt x="152" y="36"/>
                  </a:cubicBezTo>
                  <a:cubicBezTo>
                    <a:pt x="151" y="36"/>
                    <a:pt x="149" y="36"/>
                    <a:pt x="148" y="36"/>
                  </a:cubicBezTo>
                  <a:cubicBezTo>
                    <a:pt x="146" y="36"/>
                    <a:pt x="145" y="36"/>
                    <a:pt x="143" y="36"/>
                  </a:cubicBezTo>
                  <a:cubicBezTo>
                    <a:pt x="142" y="35"/>
                    <a:pt x="141" y="34"/>
                    <a:pt x="141" y="33"/>
                  </a:cubicBezTo>
                  <a:cubicBezTo>
                    <a:pt x="140" y="32"/>
                    <a:pt x="140" y="31"/>
                    <a:pt x="140" y="29"/>
                  </a:cubicBezTo>
                  <a:lnTo>
                    <a:pt x="160" y="29"/>
                  </a:lnTo>
                  <a:close/>
                  <a:moveTo>
                    <a:pt x="141" y="24"/>
                  </a:moveTo>
                  <a:cubicBezTo>
                    <a:pt x="141" y="23"/>
                    <a:pt x="142" y="22"/>
                    <a:pt x="143" y="21"/>
                  </a:cubicBezTo>
                  <a:cubicBezTo>
                    <a:pt x="143" y="20"/>
                    <a:pt x="144" y="19"/>
                    <a:pt x="145" y="18"/>
                  </a:cubicBezTo>
                  <a:cubicBezTo>
                    <a:pt x="146" y="18"/>
                    <a:pt x="147" y="17"/>
                    <a:pt x="149" y="17"/>
                  </a:cubicBezTo>
                  <a:cubicBezTo>
                    <a:pt x="150" y="17"/>
                    <a:pt x="151" y="18"/>
                    <a:pt x="152" y="19"/>
                  </a:cubicBezTo>
                  <a:cubicBezTo>
                    <a:pt x="153" y="19"/>
                    <a:pt x="153" y="21"/>
                    <a:pt x="153" y="22"/>
                  </a:cubicBezTo>
                  <a:cubicBezTo>
                    <a:pt x="153" y="22"/>
                    <a:pt x="153" y="23"/>
                    <a:pt x="153" y="23"/>
                  </a:cubicBezTo>
                  <a:cubicBezTo>
                    <a:pt x="153" y="23"/>
                    <a:pt x="153" y="24"/>
                    <a:pt x="153" y="24"/>
                  </a:cubicBezTo>
                  <a:lnTo>
                    <a:pt x="141" y="24"/>
                  </a:lnTo>
                  <a:close/>
                  <a:moveTo>
                    <a:pt x="188" y="13"/>
                  </a:moveTo>
                  <a:cubicBezTo>
                    <a:pt x="187" y="13"/>
                    <a:pt x="186" y="13"/>
                    <a:pt x="184" y="12"/>
                  </a:cubicBezTo>
                  <a:cubicBezTo>
                    <a:pt x="183" y="12"/>
                    <a:pt x="182" y="12"/>
                    <a:pt x="180" y="12"/>
                  </a:cubicBezTo>
                  <a:cubicBezTo>
                    <a:pt x="178" y="12"/>
                    <a:pt x="176" y="12"/>
                    <a:pt x="174" y="13"/>
                  </a:cubicBezTo>
                  <a:cubicBezTo>
                    <a:pt x="172" y="14"/>
                    <a:pt x="170" y="15"/>
                    <a:pt x="168" y="17"/>
                  </a:cubicBezTo>
                  <a:cubicBezTo>
                    <a:pt x="167" y="19"/>
                    <a:pt x="166" y="20"/>
                    <a:pt x="165" y="23"/>
                  </a:cubicBezTo>
                  <a:cubicBezTo>
                    <a:pt x="164" y="25"/>
                    <a:pt x="164" y="27"/>
                    <a:pt x="164" y="29"/>
                  </a:cubicBezTo>
                  <a:cubicBezTo>
                    <a:pt x="164" y="32"/>
                    <a:pt x="164" y="34"/>
                    <a:pt x="165" y="36"/>
                  </a:cubicBezTo>
                  <a:cubicBezTo>
                    <a:pt x="166" y="38"/>
                    <a:pt x="168" y="39"/>
                    <a:pt x="169" y="40"/>
                  </a:cubicBezTo>
                  <a:cubicBezTo>
                    <a:pt x="171" y="41"/>
                    <a:pt x="173" y="42"/>
                    <a:pt x="176" y="42"/>
                  </a:cubicBezTo>
                  <a:cubicBezTo>
                    <a:pt x="177" y="42"/>
                    <a:pt x="178" y="41"/>
                    <a:pt x="179" y="41"/>
                  </a:cubicBezTo>
                  <a:cubicBezTo>
                    <a:pt x="181" y="41"/>
                    <a:pt x="182" y="41"/>
                    <a:pt x="183" y="40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3" y="35"/>
                    <a:pt x="182" y="35"/>
                    <a:pt x="182" y="35"/>
                  </a:cubicBezTo>
                  <a:cubicBezTo>
                    <a:pt x="181" y="35"/>
                    <a:pt x="180" y="36"/>
                    <a:pt x="180" y="36"/>
                  </a:cubicBezTo>
                  <a:cubicBezTo>
                    <a:pt x="179" y="36"/>
                    <a:pt x="178" y="36"/>
                    <a:pt x="178" y="36"/>
                  </a:cubicBezTo>
                  <a:cubicBezTo>
                    <a:pt x="176" y="36"/>
                    <a:pt x="175" y="36"/>
                    <a:pt x="175" y="35"/>
                  </a:cubicBezTo>
                  <a:cubicBezTo>
                    <a:pt x="174" y="35"/>
                    <a:pt x="173" y="34"/>
                    <a:pt x="173" y="34"/>
                  </a:cubicBezTo>
                  <a:cubicBezTo>
                    <a:pt x="172" y="33"/>
                    <a:pt x="172" y="32"/>
                    <a:pt x="172" y="31"/>
                  </a:cubicBezTo>
                  <a:cubicBezTo>
                    <a:pt x="172" y="30"/>
                    <a:pt x="171" y="29"/>
                    <a:pt x="171" y="29"/>
                  </a:cubicBezTo>
                  <a:cubicBezTo>
                    <a:pt x="171" y="27"/>
                    <a:pt x="172" y="26"/>
                    <a:pt x="172" y="25"/>
                  </a:cubicBezTo>
                  <a:cubicBezTo>
                    <a:pt x="172" y="23"/>
                    <a:pt x="173" y="22"/>
                    <a:pt x="174" y="21"/>
                  </a:cubicBezTo>
                  <a:cubicBezTo>
                    <a:pt x="175" y="20"/>
                    <a:pt x="176" y="19"/>
                    <a:pt x="177" y="19"/>
                  </a:cubicBezTo>
                  <a:cubicBezTo>
                    <a:pt x="178" y="18"/>
                    <a:pt x="179" y="18"/>
                    <a:pt x="181" y="18"/>
                  </a:cubicBezTo>
                  <a:cubicBezTo>
                    <a:pt x="182" y="18"/>
                    <a:pt x="183" y="18"/>
                    <a:pt x="184" y="18"/>
                  </a:cubicBezTo>
                  <a:cubicBezTo>
                    <a:pt x="184" y="18"/>
                    <a:pt x="185" y="19"/>
                    <a:pt x="186" y="19"/>
                  </a:cubicBezTo>
                  <a:lnTo>
                    <a:pt x="188" y="13"/>
                  </a:lnTo>
                  <a:close/>
                  <a:moveTo>
                    <a:pt x="187" y="41"/>
                  </a:moveTo>
                  <a:cubicBezTo>
                    <a:pt x="194" y="41"/>
                    <a:pt x="194" y="41"/>
                    <a:pt x="194" y="41"/>
                  </a:cubicBezTo>
                  <a:cubicBezTo>
                    <a:pt x="197" y="27"/>
                    <a:pt x="197" y="27"/>
                    <a:pt x="197" y="27"/>
                  </a:cubicBezTo>
                  <a:cubicBezTo>
                    <a:pt x="198" y="26"/>
                    <a:pt x="198" y="25"/>
                    <a:pt x="198" y="24"/>
                  </a:cubicBezTo>
                  <a:cubicBezTo>
                    <a:pt x="199" y="22"/>
                    <a:pt x="199" y="22"/>
                    <a:pt x="200" y="21"/>
                  </a:cubicBezTo>
                  <a:cubicBezTo>
                    <a:pt x="200" y="20"/>
                    <a:pt x="201" y="19"/>
                    <a:pt x="202" y="19"/>
                  </a:cubicBezTo>
                  <a:cubicBezTo>
                    <a:pt x="203" y="18"/>
                    <a:pt x="204" y="18"/>
                    <a:pt x="205" y="18"/>
                  </a:cubicBezTo>
                  <a:cubicBezTo>
                    <a:pt x="206" y="18"/>
                    <a:pt x="207" y="18"/>
                    <a:pt x="207" y="18"/>
                  </a:cubicBezTo>
                  <a:cubicBezTo>
                    <a:pt x="208" y="19"/>
                    <a:pt x="208" y="19"/>
                    <a:pt x="209" y="20"/>
                  </a:cubicBezTo>
                  <a:cubicBezTo>
                    <a:pt x="209" y="20"/>
                    <a:pt x="209" y="21"/>
                    <a:pt x="209" y="22"/>
                  </a:cubicBezTo>
                  <a:cubicBezTo>
                    <a:pt x="209" y="23"/>
                    <a:pt x="209" y="24"/>
                    <a:pt x="209" y="25"/>
                  </a:cubicBezTo>
                  <a:cubicBezTo>
                    <a:pt x="209" y="26"/>
                    <a:pt x="209" y="27"/>
                    <a:pt x="208" y="28"/>
                  </a:cubicBezTo>
                  <a:cubicBezTo>
                    <a:pt x="206" y="41"/>
                    <a:pt x="206" y="41"/>
                    <a:pt x="206" y="41"/>
                  </a:cubicBezTo>
                  <a:cubicBezTo>
                    <a:pt x="213" y="41"/>
                    <a:pt x="213" y="41"/>
                    <a:pt x="213" y="41"/>
                  </a:cubicBezTo>
                  <a:cubicBezTo>
                    <a:pt x="216" y="27"/>
                    <a:pt x="216" y="27"/>
                    <a:pt x="216" y="27"/>
                  </a:cubicBezTo>
                  <a:cubicBezTo>
                    <a:pt x="216" y="26"/>
                    <a:pt x="216" y="25"/>
                    <a:pt x="217" y="24"/>
                  </a:cubicBezTo>
                  <a:cubicBezTo>
                    <a:pt x="217" y="23"/>
                    <a:pt x="217" y="22"/>
                    <a:pt x="217" y="21"/>
                  </a:cubicBezTo>
                  <a:cubicBezTo>
                    <a:pt x="217" y="19"/>
                    <a:pt x="217" y="18"/>
                    <a:pt x="216" y="16"/>
                  </a:cubicBezTo>
                  <a:cubicBezTo>
                    <a:pt x="215" y="15"/>
                    <a:pt x="214" y="14"/>
                    <a:pt x="213" y="13"/>
                  </a:cubicBezTo>
                  <a:cubicBezTo>
                    <a:pt x="211" y="12"/>
                    <a:pt x="210" y="12"/>
                    <a:pt x="208" y="12"/>
                  </a:cubicBezTo>
                  <a:cubicBezTo>
                    <a:pt x="207" y="12"/>
                    <a:pt x="206" y="12"/>
                    <a:pt x="205" y="13"/>
                  </a:cubicBezTo>
                  <a:cubicBezTo>
                    <a:pt x="204" y="13"/>
                    <a:pt x="203" y="13"/>
                    <a:pt x="202" y="14"/>
                  </a:cubicBezTo>
                  <a:cubicBezTo>
                    <a:pt x="201" y="14"/>
                    <a:pt x="200" y="15"/>
                    <a:pt x="200" y="15"/>
                  </a:cubicBezTo>
                  <a:cubicBezTo>
                    <a:pt x="200" y="15"/>
                    <a:pt x="200" y="15"/>
                    <a:pt x="200" y="15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96" y="0"/>
                    <a:pt x="196" y="0"/>
                    <a:pt x="196" y="0"/>
                  </a:cubicBezTo>
                  <a:lnTo>
                    <a:pt x="187" y="41"/>
                  </a:lnTo>
                  <a:close/>
                  <a:moveTo>
                    <a:pt x="221" y="41"/>
                  </a:moveTo>
                  <a:cubicBezTo>
                    <a:pt x="228" y="41"/>
                    <a:pt x="228" y="41"/>
                    <a:pt x="228" y="41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1" y="25"/>
                    <a:pt x="232" y="24"/>
                  </a:cubicBezTo>
                  <a:cubicBezTo>
                    <a:pt x="232" y="22"/>
                    <a:pt x="233" y="22"/>
                    <a:pt x="233" y="21"/>
                  </a:cubicBezTo>
                  <a:cubicBezTo>
                    <a:pt x="234" y="20"/>
                    <a:pt x="235" y="19"/>
                    <a:pt x="236" y="19"/>
                  </a:cubicBezTo>
                  <a:cubicBezTo>
                    <a:pt x="236" y="18"/>
                    <a:pt x="237" y="18"/>
                    <a:pt x="239" y="18"/>
                  </a:cubicBezTo>
                  <a:cubicBezTo>
                    <a:pt x="240" y="18"/>
                    <a:pt x="240" y="18"/>
                    <a:pt x="241" y="18"/>
                  </a:cubicBezTo>
                  <a:cubicBezTo>
                    <a:pt x="241" y="19"/>
                    <a:pt x="242" y="19"/>
                    <a:pt x="242" y="20"/>
                  </a:cubicBezTo>
                  <a:cubicBezTo>
                    <a:pt x="243" y="20"/>
                    <a:pt x="243" y="21"/>
                    <a:pt x="243" y="22"/>
                  </a:cubicBezTo>
                  <a:cubicBezTo>
                    <a:pt x="243" y="23"/>
                    <a:pt x="243" y="24"/>
                    <a:pt x="242" y="25"/>
                  </a:cubicBezTo>
                  <a:cubicBezTo>
                    <a:pt x="242" y="26"/>
                    <a:pt x="242" y="27"/>
                    <a:pt x="242" y="28"/>
                  </a:cubicBezTo>
                  <a:cubicBezTo>
                    <a:pt x="239" y="41"/>
                    <a:pt x="239" y="41"/>
                    <a:pt x="239" y="41"/>
                  </a:cubicBezTo>
                  <a:cubicBezTo>
                    <a:pt x="247" y="41"/>
                    <a:pt x="247" y="41"/>
                    <a:pt x="247" y="41"/>
                  </a:cubicBezTo>
                  <a:cubicBezTo>
                    <a:pt x="249" y="27"/>
                    <a:pt x="249" y="27"/>
                    <a:pt x="249" y="27"/>
                  </a:cubicBezTo>
                  <a:cubicBezTo>
                    <a:pt x="250" y="26"/>
                    <a:pt x="250" y="25"/>
                    <a:pt x="250" y="24"/>
                  </a:cubicBezTo>
                  <a:cubicBezTo>
                    <a:pt x="250" y="23"/>
                    <a:pt x="250" y="22"/>
                    <a:pt x="250" y="21"/>
                  </a:cubicBezTo>
                  <a:cubicBezTo>
                    <a:pt x="250" y="19"/>
                    <a:pt x="250" y="18"/>
                    <a:pt x="249" y="16"/>
                  </a:cubicBezTo>
                  <a:cubicBezTo>
                    <a:pt x="249" y="15"/>
                    <a:pt x="247" y="14"/>
                    <a:pt x="246" y="13"/>
                  </a:cubicBezTo>
                  <a:cubicBezTo>
                    <a:pt x="245" y="12"/>
                    <a:pt x="243" y="12"/>
                    <a:pt x="241" y="12"/>
                  </a:cubicBezTo>
                  <a:cubicBezTo>
                    <a:pt x="240" y="12"/>
                    <a:pt x="239" y="12"/>
                    <a:pt x="238" y="13"/>
                  </a:cubicBezTo>
                  <a:cubicBezTo>
                    <a:pt x="237" y="13"/>
                    <a:pt x="236" y="13"/>
                    <a:pt x="235" y="14"/>
                  </a:cubicBezTo>
                  <a:cubicBezTo>
                    <a:pt x="235" y="14"/>
                    <a:pt x="234" y="15"/>
                    <a:pt x="233" y="15"/>
                  </a:cubicBezTo>
                  <a:cubicBezTo>
                    <a:pt x="233" y="15"/>
                    <a:pt x="233" y="15"/>
                    <a:pt x="233" y="15"/>
                  </a:cubicBezTo>
                  <a:cubicBezTo>
                    <a:pt x="234" y="13"/>
                    <a:pt x="234" y="13"/>
                    <a:pt x="234" y="13"/>
                  </a:cubicBezTo>
                  <a:cubicBezTo>
                    <a:pt x="226" y="13"/>
                    <a:pt x="226" y="13"/>
                    <a:pt x="226" y="13"/>
                  </a:cubicBezTo>
                  <a:cubicBezTo>
                    <a:pt x="226" y="13"/>
                    <a:pt x="226" y="14"/>
                    <a:pt x="226" y="14"/>
                  </a:cubicBezTo>
                  <a:cubicBezTo>
                    <a:pt x="226" y="15"/>
                    <a:pt x="226" y="16"/>
                    <a:pt x="226" y="17"/>
                  </a:cubicBezTo>
                  <a:lnTo>
                    <a:pt x="221" y="41"/>
                  </a:lnTo>
                  <a:close/>
                  <a:moveTo>
                    <a:pt x="269" y="36"/>
                  </a:moveTo>
                  <a:cubicBezTo>
                    <a:pt x="267" y="36"/>
                    <a:pt x="266" y="36"/>
                    <a:pt x="265" y="35"/>
                  </a:cubicBezTo>
                  <a:cubicBezTo>
                    <a:pt x="264" y="34"/>
                    <a:pt x="264" y="34"/>
                    <a:pt x="263" y="33"/>
                  </a:cubicBezTo>
                  <a:cubicBezTo>
                    <a:pt x="263" y="32"/>
                    <a:pt x="263" y="30"/>
                    <a:pt x="263" y="29"/>
                  </a:cubicBezTo>
                  <a:cubicBezTo>
                    <a:pt x="263" y="28"/>
                    <a:pt x="263" y="27"/>
                    <a:pt x="263" y="26"/>
                  </a:cubicBezTo>
                  <a:cubicBezTo>
                    <a:pt x="263" y="25"/>
                    <a:pt x="264" y="24"/>
                    <a:pt x="264" y="23"/>
                  </a:cubicBezTo>
                  <a:cubicBezTo>
                    <a:pt x="265" y="22"/>
                    <a:pt x="265" y="21"/>
                    <a:pt x="266" y="20"/>
                  </a:cubicBezTo>
                  <a:cubicBezTo>
                    <a:pt x="267" y="20"/>
                    <a:pt x="267" y="19"/>
                    <a:pt x="268" y="18"/>
                  </a:cubicBezTo>
                  <a:cubicBezTo>
                    <a:pt x="269" y="18"/>
                    <a:pt x="270" y="18"/>
                    <a:pt x="271" y="18"/>
                  </a:cubicBezTo>
                  <a:cubicBezTo>
                    <a:pt x="273" y="18"/>
                    <a:pt x="273" y="18"/>
                    <a:pt x="274" y="18"/>
                  </a:cubicBezTo>
                  <a:cubicBezTo>
                    <a:pt x="275" y="19"/>
                    <a:pt x="275" y="19"/>
                    <a:pt x="276" y="20"/>
                  </a:cubicBezTo>
                  <a:cubicBezTo>
                    <a:pt x="276" y="20"/>
                    <a:pt x="277" y="21"/>
                    <a:pt x="277" y="22"/>
                  </a:cubicBezTo>
                  <a:cubicBezTo>
                    <a:pt x="277" y="23"/>
                    <a:pt x="277" y="24"/>
                    <a:pt x="277" y="24"/>
                  </a:cubicBezTo>
                  <a:cubicBezTo>
                    <a:pt x="277" y="25"/>
                    <a:pt x="277" y="26"/>
                    <a:pt x="277" y="28"/>
                  </a:cubicBezTo>
                  <a:cubicBezTo>
                    <a:pt x="277" y="29"/>
                    <a:pt x="276" y="30"/>
                    <a:pt x="276" y="31"/>
                  </a:cubicBezTo>
                  <a:cubicBezTo>
                    <a:pt x="275" y="32"/>
                    <a:pt x="275" y="32"/>
                    <a:pt x="274" y="33"/>
                  </a:cubicBezTo>
                  <a:cubicBezTo>
                    <a:pt x="273" y="34"/>
                    <a:pt x="273" y="35"/>
                    <a:pt x="272" y="35"/>
                  </a:cubicBezTo>
                  <a:cubicBezTo>
                    <a:pt x="271" y="36"/>
                    <a:pt x="270" y="36"/>
                    <a:pt x="269" y="36"/>
                  </a:cubicBezTo>
                  <a:moveTo>
                    <a:pt x="272" y="12"/>
                  </a:moveTo>
                  <a:cubicBezTo>
                    <a:pt x="269" y="12"/>
                    <a:pt x="267" y="12"/>
                    <a:pt x="265" y="13"/>
                  </a:cubicBezTo>
                  <a:cubicBezTo>
                    <a:pt x="263" y="14"/>
                    <a:pt x="261" y="15"/>
                    <a:pt x="260" y="17"/>
                  </a:cubicBezTo>
                  <a:cubicBezTo>
                    <a:pt x="258" y="18"/>
                    <a:pt x="257" y="20"/>
                    <a:pt x="256" y="22"/>
                  </a:cubicBezTo>
                  <a:cubicBezTo>
                    <a:pt x="256" y="24"/>
                    <a:pt x="255" y="26"/>
                    <a:pt x="255" y="29"/>
                  </a:cubicBezTo>
                  <a:cubicBezTo>
                    <a:pt x="255" y="31"/>
                    <a:pt x="256" y="34"/>
                    <a:pt x="257" y="36"/>
                  </a:cubicBezTo>
                  <a:cubicBezTo>
                    <a:pt x="258" y="37"/>
                    <a:pt x="259" y="39"/>
                    <a:pt x="261" y="40"/>
                  </a:cubicBezTo>
                  <a:cubicBezTo>
                    <a:pt x="263" y="41"/>
                    <a:pt x="265" y="42"/>
                    <a:pt x="268" y="42"/>
                  </a:cubicBezTo>
                  <a:cubicBezTo>
                    <a:pt x="270" y="42"/>
                    <a:pt x="273" y="41"/>
                    <a:pt x="275" y="40"/>
                  </a:cubicBezTo>
                  <a:cubicBezTo>
                    <a:pt x="277" y="39"/>
                    <a:pt x="279" y="38"/>
                    <a:pt x="280" y="37"/>
                  </a:cubicBezTo>
                  <a:cubicBezTo>
                    <a:pt x="282" y="35"/>
                    <a:pt x="283" y="33"/>
                    <a:pt x="284" y="31"/>
                  </a:cubicBezTo>
                  <a:cubicBezTo>
                    <a:pt x="284" y="29"/>
                    <a:pt x="285" y="27"/>
                    <a:pt x="285" y="24"/>
                  </a:cubicBezTo>
                  <a:cubicBezTo>
                    <a:pt x="285" y="22"/>
                    <a:pt x="284" y="21"/>
                    <a:pt x="284" y="19"/>
                  </a:cubicBezTo>
                  <a:cubicBezTo>
                    <a:pt x="283" y="18"/>
                    <a:pt x="282" y="16"/>
                    <a:pt x="281" y="15"/>
                  </a:cubicBezTo>
                  <a:cubicBezTo>
                    <a:pt x="280" y="14"/>
                    <a:pt x="279" y="13"/>
                    <a:pt x="277" y="13"/>
                  </a:cubicBezTo>
                  <a:cubicBezTo>
                    <a:pt x="275" y="12"/>
                    <a:pt x="274" y="12"/>
                    <a:pt x="272" y="12"/>
                  </a:cubicBezTo>
                  <a:moveTo>
                    <a:pt x="287" y="41"/>
                  </a:moveTo>
                  <a:cubicBezTo>
                    <a:pt x="295" y="41"/>
                    <a:pt x="295" y="41"/>
                    <a:pt x="295" y="41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296" y="0"/>
                    <a:pt x="296" y="0"/>
                    <a:pt x="296" y="0"/>
                  </a:cubicBezTo>
                  <a:lnTo>
                    <a:pt x="287" y="41"/>
                  </a:lnTo>
                  <a:close/>
                  <a:moveTo>
                    <a:pt x="317" y="36"/>
                  </a:moveTo>
                  <a:cubicBezTo>
                    <a:pt x="316" y="36"/>
                    <a:pt x="315" y="36"/>
                    <a:pt x="314" y="35"/>
                  </a:cubicBezTo>
                  <a:cubicBezTo>
                    <a:pt x="313" y="34"/>
                    <a:pt x="312" y="34"/>
                    <a:pt x="312" y="33"/>
                  </a:cubicBezTo>
                  <a:cubicBezTo>
                    <a:pt x="312" y="32"/>
                    <a:pt x="311" y="30"/>
                    <a:pt x="311" y="29"/>
                  </a:cubicBezTo>
                  <a:cubicBezTo>
                    <a:pt x="311" y="28"/>
                    <a:pt x="312" y="27"/>
                    <a:pt x="312" y="26"/>
                  </a:cubicBezTo>
                  <a:cubicBezTo>
                    <a:pt x="312" y="25"/>
                    <a:pt x="312" y="24"/>
                    <a:pt x="313" y="23"/>
                  </a:cubicBezTo>
                  <a:cubicBezTo>
                    <a:pt x="313" y="22"/>
                    <a:pt x="314" y="21"/>
                    <a:pt x="315" y="20"/>
                  </a:cubicBezTo>
                  <a:cubicBezTo>
                    <a:pt x="315" y="20"/>
                    <a:pt x="316" y="19"/>
                    <a:pt x="317" y="18"/>
                  </a:cubicBezTo>
                  <a:cubicBezTo>
                    <a:pt x="318" y="18"/>
                    <a:pt x="319" y="18"/>
                    <a:pt x="320" y="18"/>
                  </a:cubicBezTo>
                  <a:cubicBezTo>
                    <a:pt x="321" y="18"/>
                    <a:pt x="322" y="18"/>
                    <a:pt x="323" y="18"/>
                  </a:cubicBezTo>
                  <a:cubicBezTo>
                    <a:pt x="324" y="19"/>
                    <a:pt x="324" y="19"/>
                    <a:pt x="325" y="20"/>
                  </a:cubicBezTo>
                  <a:cubicBezTo>
                    <a:pt x="325" y="20"/>
                    <a:pt x="325" y="21"/>
                    <a:pt x="326" y="22"/>
                  </a:cubicBezTo>
                  <a:cubicBezTo>
                    <a:pt x="326" y="23"/>
                    <a:pt x="326" y="24"/>
                    <a:pt x="326" y="24"/>
                  </a:cubicBezTo>
                  <a:cubicBezTo>
                    <a:pt x="326" y="25"/>
                    <a:pt x="326" y="26"/>
                    <a:pt x="325" y="28"/>
                  </a:cubicBezTo>
                  <a:cubicBezTo>
                    <a:pt x="325" y="29"/>
                    <a:pt x="325" y="30"/>
                    <a:pt x="324" y="31"/>
                  </a:cubicBezTo>
                  <a:cubicBezTo>
                    <a:pt x="324" y="32"/>
                    <a:pt x="323" y="32"/>
                    <a:pt x="323" y="33"/>
                  </a:cubicBezTo>
                  <a:cubicBezTo>
                    <a:pt x="322" y="34"/>
                    <a:pt x="321" y="35"/>
                    <a:pt x="320" y="35"/>
                  </a:cubicBezTo>
                  <a:cubicBezTo>
                    <a:pt x="319" y="36"/>
                    <a:pt x="318" y="36"/>
                    <a:pt x="317" y="36"/>
                  </a:cubicBezTo>
                  <a:moveTo>
                    <a:pt x="321" y="12"/>
                  </a:moveTo>
                  <a:cubicBezTo>
                    <a:pt x="318" y="12"/>
                    <a:pt x="316" y="12"/>
                    <a:pt x="314" y="13"/>
                  </a:cubicBezTo>
                  <a:cubicBezTo>
                    <a:pt x="312" y="14"/>
                    <a:pt x="310" y="15"/>
                    <a:pt x="309" y="17"/>
                  </a:cubicBezTo>
                  <a:cubicBezTo>
                    <a:pt x="307" y="18"/>
                    <a:pt x="306" y="20"/>
                    <a:pt x="305" y="22"/>
                  </a:cubicBezTo>
                  <a:cubicBezTo>
                    <a:pt x="304" y="24"/>
                    <a:pt x="304" y="26"/>
                    <a:pt x="304" y="29"/>
                  </a:cubicBezTo>
                  <a:cubicBezTo>
                    <a:pt x="304" y="31"/>
                    <a:pt x="304" y="34"/>
                    <a:pt x="305" y="36"/>
                  </a:cubicBezTo>
                  <a:cubicBezTo>
                    <a:pt x="306" y="37"/>
                    <a:pt x="308" y="39"/>
                    <a:pt x="310" y="40"/>
                  </a:cubicBezTo>
                  <a:cubicBezTo>
                    <a:pt x="312" y="41"/>
                    <a:pt x="314" y="42"/>
                    <a:pt x="317" y="42"/>
                  </a:cubicBezTo>
                  <a:cubicBezTo>
                    <a:pt x="319" y="42"/>
                    <a:pt x="321" y="41"/>
                    <a:pt x="323" y="40"/>
                  </a:cubicBezTo>
                  <a:cubicBezTo>
                    <a:pt x="326" y="39"/>
                    <a:pt x="327" y="38"/>
                    <a:pt x="329" y="37"/>
                  </a:cubicBezTo>
                  <a:cubicBezTo>
                    <a:pt x="330" y="35"/>
                    <a:pt x="331" y="33"/>
                    <a:pt x="332" y="31"/>
                  </a:cubicBezTo>
                  <a:cubicBezTo>
                    <a:pt x="333" y="29"/>
                    <a:pt x="333" y="27"/>
                    <a:pt x="333" y="24"/>
                  </a:cubicBezTo>
                  <a:cubicBezTo>
                    <a:pt x="333" y="22"/>
                    <a:pt x="333" y="21"/>
                    <a:pt x="332" y="19"/>
                  </a:cubicBezTo>
                  <a:cubicBezTo>
                    <a:pt x="332" y="18"/>
                    <a:pt x="331" y="16"/>
                    <a:pt x="330" y="15"/>
                  </a:cubicBezTo>
                  <a:cubicBezTo>
                    <a:pt x="329" y="14"/>
                    <a:pt x="327" y="13"/>
                    <a:pt x="326" y="13"/>
                  </a:cubicBezTo>
                  <a:cubicBezTo>
                    <a:pt x="324" y="12"/>
                    <a:pt x="322" y="12"/>
                    <a:pt x="321" y="12"/>
                  </a:cubicBezTo>
                  <a:moveTo>
                    <a:pt x="335" y="51"/>
                  </a:moveTo>
                  <a:cubicBezTo>
                    <a:pt x="337" y="52"/>
                    <a:pt x="339" y="52"/>
                    <a:pt x="341" y="53"/>
                  </a:cubicBezTo>
                  <a:cubicBezTo>
                    <a:pt x="343" y="53"/>
                    <a:pt x="345" y="53"/>
                    <a:pt x="347" y="53"/>
                  </a:cubicBezTo>
                  <a:cubicBezTo>
                    <a:pt x="349" y="53"/>
                    <a:pt x="351" y="53"/>
                    <a:pt x="353" y="52"/>
                  </a:cubicBezTo>
                  <a:cubicBezTo>
                    <a:pt x="355" y="51"/>
                    <a:pt x="357" y="50"/>
                    <a:pt x="358" y="49"/>
                  </a:cubicBezTo>
                  <a:cubicBezTo>
                    <a:pt x="359" y="48"/>
                    <a:pt x="360" y="46"/>
                    <a:pt x="361" y="44"/>
                  </a:cubicBezTo>
                  <a:cubicBezTo>
                    <a:pt x="362" y="42"/>
                    <a:pt x="362" y="40"/>
                    <a:pt x="363" y="38"/>
                  </a:cubicBezTo>
                  <a:cubicBezTo>
                    <a:pt x="367" y="17"/>
                    <a:pt x="367" y="17"/>
                    <a:pt x="367" y="17"/>
                  </a:cubicBezTo>
                  <a:cubicBezTo>
                    <a:pt x="367" y="16"/>
                    <a:pt x="368" y="15"/>
                    <a:pt x="368" y="14"/>
                  </a:cubicBezTo>
                  <a:cubicBezTo>
                    <a:pt x="368" y="14"/>
                    <a:pt x="368" y="13"/>
                    <a:pt x="368" y="13"/>
                  </a:cubicBezTo>
                  <a:cubicBezTo>
                    <a:pt x="361" y="13"/>
                    <a:pt x="361" y="13"/>
                    <a:pt x="361" y="13"/>
                  </a:cubicBezTo>
                  <a:cubicBezTo>
                    <a:pt x="360" y="17"/>
                    <a:pt x="360" y="17"/>
                    <a:pt x="360" y="17"/>
                  </a:cubicBezTo>
                  <a:cubicBezTo>
                    <a:pt x="360" y="16"/>
                    <a:pt x="359" y="15"/>
                    <a:pt x="358" y="14"/>
                  </a:cubicBezTo>
                  <a:cubicBezTo>
                    <a:pt x="357" y="14"/>
                    <a:pt x="356" y="13"/>
                    <a:pt x="355" y="13"/>
                  </a:cubicBezTo>
                  <a:cubicBezTo>
                    <a:pt x="354" y="12"/>
                    <a:pt x="353" y="12"/>
                    <a:pt x="352" y="12"/>
                  </a:cubicBezTo>
                  <a:cubicBezTo>
                    <a:pt x="350" y="12"/>
                    <a:pt x="348" y="12"/>
                    <a:pt x="347" y="13"/>
                  </a:cubicBezTo>
                  <a:cubicBezTo>
                    <a:pt x="345" y="14"/>
                    <a:pt x="344" y="14"/>
                    <a:pt x="343" y="16"/>
                  </a:cubicBezTo>
                  <a:cubicBezTo>
                    <a:pt x="341" y="17"/>
                    <a:pt x="341" y="18"/>
                    <a:pt x="340" y="19"/>
                  </a:cubicBezTo>
                  <a:cubicBezTo>
                    <a:pt x="339" y="21"/>
                    <a:pt x="338" y="22"/>
                    <a:pt x="338" y="24"/>
                  </a:cubicBezTo>
                  <a:cubicBezTo>
                    <a:pt x="338" y="26"/>
                    <a:pt x="337" y="27"/>
                    <a:pt x="337" y="29"/>
                  </a:cubicBezTo>
                  <a:cubicBezTo>
                    <a:pt x="337" y="31"/>
                    <a:pt x="338" y="32"/>
                    <a:pt x="338" y="33"/>
                  </a:cubicBezTo>
                  <a:cubicBezTo>
                    <a:pt x="338" y="35"/>
                    <a:pt x="339" y="36"/>
                    <a:pt x="340" y="37"/>
                  </a:cubicBezTo>
                  <a:cubicBezTo>
                    <a:pt x="340" y="38"/>
                    <a:pt x="341" y="39"/>
                    <a:pt x="343" y="40"/>
                  </a:cubicBezTo>
                  <a:cubicBezTo>
                    <a:pt x="344" y="41"/>
                    <a:pt x="345" y="41"/>
                    <a:pt x="347" y="41"/>
                  </a:cubicBezTo>
                  <a:cubicBezTo>
                    <a:pt x="349" y="41"/>
                    <a:pt x="350" y="41"/>
                    <a:pt x="351" y="40"/>
                  </a:cubicBezTo>
                  <a:cubicBezTo>
                    <a:pt x="352" y="40"/>
                    <a:pt x="353" y="39"/>
                    <a:pt x="354" y="38"/>
                  </a:cubicBezTo>
                  <a:cubicBezTo>
                    <a:pt x="355" y="38"/>
                    <a:pt x="356" y="37"/>
                    <a:pt x="357" y="36"/>
                  </a:cubicBezTo>
                  <a:cubicBezTo>
                    <a:pt x="357" y="36"/>
                    <a:pt x="357" y="36"/>
                    <a:pt x="357" y="36"/>
                  </a:cubicBezTo>
                  <a:cubicBezTo>
                    <a:pt x="356" y="37"/>
                    <a:pt x="356" y="38"/>
                    <a:pt x="356" y="39"/>
                  </a:cubicBezTo>
                  <a:cubicBezTo>
                    <a:pt x="355" y="40"/>
                    <a:pt x="355" y="41"/>
                    <a:pt x="354" y="42"/>
                  </a:cubicBezTo>
                  <a:cubicBezTo>
                    <a:pt x="354" y="43"/>
                    <a:pt x="353" y="44"/>
                    <a:pt x="353" y="45"/>
                  </a:cubicBezTo>
                  <a:cubicBezTo>
                    <a:pt x="352" y="46"/>
                    <a:pt x="351" y="46"/>
                    <a:pt x="350" y="47"/>
                  </a:cubicBezTo>
                  <a:cubicBezTo>
                    <a:pt x="349" y="47"/>
                    <a:pt x="348" y="47"/>
                    <a:pt x="346" y="47"/>
                  </a:cubicBezTo>
                  <a:cubicBezTo>
                    <a:pt x="345" y="47"/>
                    <a:pt x="344" y="47"/>
                    <a:pt x="343" y="47"/>
                  </a:cubicBezTo>
                  <a:cubicBezTo>
                    <a:pt x="342" y="47"/>
                    <a:pt x="341" y="47"/>
                    <a:pt x="340" y="46"/>
                  </a:cubicBezTo>
                  <a:cubicBezTo>
                    <a:pt x="339" y="46"/>
                    <a:pt x="338" y="46"/>
                    <a:pt x="337" y="45"/>
                  </a:cubicBezTo>
                  <a:lnTo>
                    <a:pt x="335" y="51"/>
                  </a:lnTo>
                  <a:close/>
                  <a:moveTo>
                    <a:pt x="358" y="24"/>
                  </a:moveTo>
                  <a:cubicBezTo>
                    <a:pt x="358" y="25"/>
                    <a:pt x="358" y="26"/>
                    <a:pt x="358" y="27"/>
                  </a:cubicBezTo>
                  <a:cubicBezTo>
                    <a:pt x="357" y="28"/>
                    <a:pt x="357" y="29"/>
                    <a:pt x="357" y="30"/>
                  </a:cubicBezTo>
                  <a:cubicBezTo>
                    <a:pt x="356" y="31"/>
                    <a:pt x="356" y="32"/>
                    <a:pt x="355" y="33"/>
                  </a:cubicBezTo>
                  <a:cubicBezTo>
                    <a:pt x="354" y="33"/>
                    <a:pt x="354" y="34"/>
                    <a:pt x="353" y="35"/>
                  </a:cubicBezTo>
                  <a:cubicBezTo>
                    <a:pt x="352" y="35"/>
                    <a:pt x="351" y="35"/>
                    <a:pt x="350" y="35"/>
                  </a:cubicBezTo>
                  <a:cubicBezTo>
                    <a:pt x="349" y="35"/>
                    <a:pt x="348" y="35"/>
                    <a:pt x="347" y="34"/>
                  </a:cubicBezTo>
                  <a:cubicBezTo>
                    <a:pt x="346" y="34"/>
                    <a:pt x="346" y="33"/>
                    <a:pt x="345" y="32"/>
                  </a:cubicBezTo>
                  <a:cubicBezTo>
                    <a:pt x="345" y="31"/>
                    <a:pt x="345" y="30"/>
                    <a:pt x="345" y="29"/>
                  </a:cubicBezTo>
                  <a:cubicBezTo>
                    <a:pt x="345" y="28"/>
                    <a:pt x="345" y="27"/>
                    <a:pt x="345" y="26"/>
                  </a:cubicBezTo>
                  <a:cubicBezTo>
                    <a:pt x="345" y="25"/>
                    <a:pt x="346" y="24"/>
                    <a:pt x="346" y="23"/>
                  </a:cubicBezTo>
                  <a:cubicBezTo>
                    <a:pt x="347" y="22"/>
                    <a:pt x="347" y="21"/>
                    <a:pt x="348" y="20"/>
                  </a:cubicBezTo>
                  <a:cubicBezTo>
                    <a:pt x="348" y="20"/>
                    <a:pt x="349" y="19"/>
                    <a:pt x="350" y="18"/>
                  </a:cubicBezTo>
                  <a:cubicBezTo>
                    <a:pt x="351" y="18"/>
                    <a:pt x="352" y="18"/>
                    <a:pt x="353" y="18"/>
                  </a:cubicBezTo>
                  <a:cubicBezTo>
                    <a:pt x="354" y="18"/>
                    <a:pt x="355" y="18"/>
                    <a:pt x="356" y="19"/>
                  </a:cubicBezTo>
                  <a:cubicBezTo>
                    <a:pt x="356" y="19"/>
                    <a:pt x="357" y="20"/>
                    <a:pt x="357" y="21"/>
                  </a:cubicBezTo>
                  <a:cubicBezTo>
                    <a:pt x="358" y="22"/>
                    <a:pt x="358" y="23"/>
                    <a:pt x="358" y="24"/>
                  </a:cubicBezTo>
                  <a:moveTo>
                    <a:pt x="372" y="13"/>
                  </a:moveTo>
                  <a:cubicBezTo>
                    <a:pt x="377" y="42"/>
                    <a:pt x="377" y="42"/>
                    <a:pt x="377" y="42"/>
                  </a:cubicBezTo>
                  <a:cubicBezTo>
                    <a:pt x="376" y="44"/>
                    <a:pt x="375" y="45"/>
                    <a:pt x="375" y="45"/>
                  </a:cubicBezTo>
                  <a:cubicBezTo>
                    <a:pt x="374" y="46"/>
                    <a:pt x="373" y="47"/>
                    <a:pt x="373" y="47"/>
                  </a:cubicBezTo>
                  <a:cubicBezTo>
                    <a:pt x="372" y="47"/>
                    <a:pt x="371" y="47"/>
                    <a:pt x="371" y="47"/>
                  </a:cubicBezTo>
                  <a:cubicBezTo>
                    <a:pt x="370" y="47"/>
                    <a:pt x="369" y="47"/>
                    <a:pt x="369" y="47"/>
                  </a:cubicBezTo>
                  <a:cubicBezTo>
                    <a:pt x="368" y="47"/>
                    <a:pt x="368" y="47"/>
                    <a:pt x="367" y="47"/>
                  </a:cubicBezTo>
                  <a:cubicBezTo>
                    <a:pt x="366" y="52"/>
                    <a:pt x="366" y="52"/>
                    <a:pt x="366" y="52"/>
                  </a:cubicBezTo>
                  <a:cubicBezTo>
                    <a:pt x="367" y="53"/>
                    <a:pt x="368" y="53"/>
                    <a:pt x="369" y="53"/>
                  </a:cubicBezTo>
                  <a:cubicBezTo>
                    <a:pt x="369" y="53"/>
                    <a:pt x="370" y="53"/>
                    <a:pt x="371" y="53"/>
                  </a:cubicBezTo>
                  <a:cubicBezTo>
                    <a:pt x="373" y="53"/>
                    <a:pt x="374" y="53"/>
                    <a:pt x="375" y="52"/>
                  </a:cubicBezTo>
                  <a:cubicBezTo>
                    <a:pt x="377" y="52"/>
                    <a:pt x="378" y="51"/>
                    <a:pt x="378" y="51"/>
                  </a:cubicBezTo>
                  <a:cubicBezTo>
                    <a:pt x="379" y="50"/>
                    <a:pt x="380" y="49"/>
                    <a:pt x="381" y="48"/>
                  </a:cubicBezTo>
                  <a:cubicBezTo>
                    <a:pt x="381" y="47"/>
                    <a:pt x="382" y="46"/>
                    <a:pt x="383" y="45"/>
                  </a:cubicBezTo>
                  <a:cubicBezTo>
                    <a:pt x="402" y="13"/>
                    <a:pt x="402" y="13"/>
                    <a:pt x="402" y="13"/>
                  </a:cubicBezTo>
                  <a:cubicBezTo>
                    <a:pt x="394" y="13"/>
                    <a:pt x="394" y="13"/>
                    <a:pt x="394" y="13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0" y="13"/>
                    <a:pt x="380" y="13"/>
                    <a:pt x="380" y="13"/>
                  </a:cubicBezTo>
                  <a:lnTo>
                    <a:pt x="372" y="13"/>
                  </a:lnTo>
                  <a:close/>
                  <a:moveTo>
                    <a:pt x="445" y="4"/>
                  </a:moveTo>
                  <a:cubicBezTo>
                    <a:pt x="443" y="3"/>
                    <a:pt x="441" y="3"/>
                    <a:pt x="440" y="2"/>
                  </a:cubicBezTo>
                  <a:cubicBezTo>
                    <a:pt x="438" y="2"/>
                    <a:pt x="436" y="2"/>
                    <a:pt x="435" y="2"/>
                  </a:cubicBezTo>
                  <a:cubicBezTo>
                    <a:pt x="433" y="2"/>
                    <a:pt x="432" y="2"/>
                    <a:pt x="430" y="2"/>
                  </a:cubicBezTo>
                  <a:cubicBezTo>
                    <a:pt x="429" y="3"/>
                    <a:pt x="428" y="3"/>
                    <a:pt x="426" y="4"/>
                  </a:cubicBezTo>
                  <a:cubicBezTo>
                    <a:pt x="425" y="4"/>
                    <a:pt x="424" y="5"/>
                    <a:pt x="423" y="6"/>
                  </a:cubicBezTo>
                  <a:cubicBezTo>
                    <a:pt x="422" y="7"/>
                    <a:pt x="422" y="8"/>
                    <a:pt x="421" y="9"/>
                  </a:cubicBezTo>
                  <a:cubicBezTo>
                    <a:pt x="421" y="11"/>
                    <a:pt x="420" y="12"/>
                    <a:pt x="420" y="14"/>
                  </a:cubicBezTo>
                  <a:cubicBezTo>
                    <a:pt x="420" y="15"/>
                    <a:pt x="421" y="16"/>
                    <a:pt x="421" y="17"/>
                  </a:cubicBezTo>
                  <a:cubicBezTo>
                    <a:pt x="422" y="18"/>
                    <a:pt x="422" y="19"/>
                    <a:pt x="423" y="20"/>
                  </a:cubicBezTo>
                  <a:cubicBezTo>
                    <a:pt x="424" y="21"/>
                    <a:pt x="425" y="21"/>
                    <a:pt x="425" y="22"/>
                  </a:cubicBezTo>
                  <a:cubicBezTo>
                    <a:pt x="426" y="23"/>
                    <a:pt x="427" y="23"/>
                    <a:pt x="428" y="24"/>
                  </a:cubicBezTo>
                  <a:cubicBezTo>
                    <a:pt x="429" y="24"/>
                    <a:pt x="430" y="25"/>
                    <a:pt x="431" y="25"/>
                  </a:cubicBezTo>
                  <a:cubicBezTo>
                    <a:pt x="432" y="26"/>
                    <a:pt x="432" y="26"/>
                    <a:pt x="433" y="27"/>
                  </a:cubicBezTo>
                  <a:cubicBezTo>
                    <a:pt x="433" y="28"/>
                    <a:pt x="433" y="29"/>
                    <a:pt x="433" y="30"/>
                  </a:cubicBezTo>
                  <a:cubicBezTo>
                    <a:pt x="433" y="31"/>
                    <a:pt x="433" y="31"/>
                    <a:pt x="433" y="32"/>
                  </a:cubicBezTo>
                  <a:cubicBezTo>
                    <a:pt x="432" y="33"/>
                    <a:pt x="432" y="34"/>
                    <a:pt x="431" y="34"/>
                  </a:cubicBezTo>
                  <a:cubicBezTo>
                    <a:pt x="430" y="35"/>
                    <a:pt x="430" y="35"/>
                    <a:pt x="429" y="35"/>
                  </a:cubicBezTo>
                  <a:cubicBezTo>
                    <a:pt x="428" y="35"/>
                    <a:pt x="427" y="36"/>
                    <a:pt x="426" y="36"/>
                  </a:cubicBezTo>
                  <a:cubicBezTo>
                    <a:pt x="425" y="36"/>
                    <a:pt x="424" y="35"/>
                    <a:pt x="423" y="35"/>
                  </a:cubicBezTo>
                  <a:cubicBezTo>
                    <a:pt x="422" y="35"/>
                    <a:pt x="421" y="35"/>
                    <a:pt x="420" y="34"/>
                  </a:cubicBezTo>
                  <a:cubicBezTo>
                    <a:pt x="419" y="34"/>
                    <a:pt x="418" y="33"/>
                    <a:pt x="417" y="33"/>
                  </a:cubicBezTo>
                  <a:cubicBezTo>
                    <a:pt x="415" y="39"/>
                    <a:pt x="415" y="39"/>
                    <a:pt x="415" y="39"/>
                  </a:cubicBezTo>
                  <a:cubicBezTo>
                    <a:pt x="417" y="40"/>
                    <a:pt x="418" y="41"/>
                    <a:pt x="420" y="41"/>
                  </a:cubicBezTo>
                  <a:cubicBezTo>
                    <a:pt x="422" y="41"/>
                    <a:pt x="424" y="42"/>
                    <a:pt x="426" y="42"/>
                  </a:cubicBezTo>
                  <a:cubicBezTo>
                    <a:pt x="427" y="42"/>
                    <a:pt x="429" y="41"/>
                    <a:pt x="431" y="41"/>
                  </a:cubicBezTo>
                  <a:cubicBezTo>
                    <a:pt x="432" y="41"/>
                    <a:pt x="434" y="40"/>
                    <a:pt x="435" y="40"/>
                  </a:cubicBezTo>
                  <a:cubicBezTo>
                    <a:pt x="436" y="39"/>
                    <a:pt x="437" y="38"/>
                    <a:pt x="438" y="37"/>
                  </a:cubicBezTo>
                  <a:cubicBezTo>
                    <a:pt x="439" y="36"/>
                    <a:pt x="440" y="35"/>
                    <a:pt x="441" y="34"/>
                  </a:cubicBezTo>
                  <a:cubicBezTo>
                    <a:pt x="441" y="32"/>
                    <a:pt x="441" y="31"/>
                    <a:pt x="441" y="29"/>
                  </a:cubicBezTo>
                  <a:cubicBezTo>
                    <a:pt x="441" y="27"/>
                    <a:pt x="441" y="26"/>
                    <a:pt x="441" y="25"/>
                  </a:cubicBezTo>
                  <a:cubicBezTo>
                    <a:pt x="440" y="24"/>
                    <a:pt x="440" y="23"/>
                    <a:pt x="439" y="22"/>
                  </a:cubicBezTo>
                  <a:cubicBezTo>
                    <a:pt x="438" y="21"/>
                    <a:pt x="437" y="20"/>
                    <a:pt x="436" y="20"/>
                  </a:cubicBezTo>
                  <a:cubicBezTo>
                    <a:pt x="435" y="19"/>
                    <a:pt x="434" y="19"/>
                    <a:pt x="433" y="18"/>
                  </a:cubicBezTo>
                  <a:cubicBezTo>
                    <a:pt x="433" y="18"/>
                    <a:pt x="432" y="17"/>
                    <a:pt x="431" y="16"/>
                  </a:cubicBezTo>
                  <a:cubicBezTo>
                    <a:pt x="430" y="16"/>
                    <a:pt x="430" y="15"/>
                    <a:pt x="429" y="15"/>
                  </a:cubicBezTo>
                  <a:cubicBezTo>
                    <a:pt x="429" y="14"/>
                    <a:pt x="428" y="13"/>
                    <a:pt x="428" y="12"/>
                  </a:cubicBezTo>
                  <a:cubicBezTo>
                    <a:pt x="428" y="12"/>
                    <a:pt x="429" y="11"/>
                    <a:pt x="429" y="10"/>
                  </a:cubicBezTo>
                  <a:cubicBezTo>
                    <a:pt x="429" y="10"/>
                    <a:pt x="430" y="9"/>
                    <a:pt x="431" y="9"/>
                  </a:cubicBezTo>
                  <a:cubicBezTo>
                    <a:pt x="431" y="9"/>
                    <a:pt x="432" y="8"/>
                    <a:pt x="433" y="8"/>
                  </a:cubicBezTo>
                  <a:cubicBezTo>
                    <a:pt x="433" y="8"/>
                    <a:pt x="434" y="8"/>
                    <a:pt x="435" y="8"/>
                  </a:cubicBezTo>
                  <a:cubicBezTo>
                    <a:pt x="436" y="8"/>
                    <a:pt x="437" y="8"/>
                    <a:pt x="438" y="8"/>
                  </a:cubicBezTo>
                  <a:cubicBezTo>
                    <a:pt x="439" y="8"/>
                    <a:pt x="439" y="9"/>
                    <a:pt x="440" y="9"/>
                  </a:cubicBezTo>
                  <a:cubicBezTo>
                    <a:pt x="441" y="9"/>
                    <a:pt x="442" y="10"/>
                    <a:pt x="443" y="10"/>
                  </a:cubicBezTo>
                  <a:lnTo>
                    <a:pt x="445" y="4"/>
                  </a:lnTo>
                  <a:close/>
                  <a:moveTo>
                    <a:pt x="473" y="29"/>
                  </a:moveTo>
                  <a:cubicBezTo>
                    <a:pt x="474" y="28"/>
                    <a:pt x="474" y="27"/>
                    <a:pt x="474" y="26"/>
                  </a:cubicBezTo>
                  <a:cubicBezTo>
                    <a:pt x="474" y="25"/>
                    <a:pt x="474" y="24"/>
                    <a:pt x="474" y="23"/>
                  </a:cubicBezTo>
                  <a:cubicBezTo>
                    <a:pt x="474" y="20"/>
                    <a:pt x="474" y="18"/>
                    <a:pt x="473" y="17"/>
                  </a:cubicBezTo>
                  <a:cubicBezTo>
                    <a:pt x="472" y="15"/>
                    <a:pt x="470" y="14"/>
                    <a:pt x="469" y="13"/>
                  </a:cubicBezTo>
                  <a:cubicBezTo>
                    <a:pt x="467" y="12"/>
                    <a:pt x="465" y="12"/>
                    <a:pt x="462" y="12"/>
                  </a:cubicBezTo>
                  <a:cubicBezTo>
                    <a:pt x="461" y="12"/>
                    <a:pt x="459" y="12"/>
                    <a:pt x="457" y="13"/>
                  </a:cubicBezTo>
                  <a:cubicBezTo>
                    <a:pt x="456" y="14"/>
                    <a:pt x="454" y="14"/>
                    <a:pt x="453" y="16"/>
                  </a:cubicBezTo>
                  <a:cubicBezTo>
                    <a:pt x="452" y="17"/>
                    <a:pt x="450" y="18"/>
                    <a:pt x="449" y="19"/>
                  </a:cubicBezTo>
                  <a:cubicBezTo>
                    <a:pt x="448" y="21"/>
                    <a:pt x="448" y="22"/>
                    <a:pt x="447" y="24"/>
                  </a:cubicBezTo>
                  <a:cubicBezTo>
                    <a:pt x="447" y="26"/>
                    <a:pt x="446" y="27"/>
                    <a:pt x="446" y="29"/>
                  </a:cubicBezTo>
                  <a:cubicBezTo>
                    <a:pt x="446" y="31"/>
                    <a:pt x="447" y="33"/>
                    <a:pt x="447" y="35"/>
                  </a:cubicBezTo>
                  <a:cubicBezTo>
                    <a:pt x="448" y="36"/>
                    <a:pt x="449" y="38"/>
                    <a:pt x="450" y="39"/>
                  </a:cubicBezTo>
                  <a:cubicBezTo>
                    <a:pt x="451" y="40"/>
                    <a:pt x="453" y="40"/>
                    <a:pt x="454" y="41"/>
                  </a:cubicBezTo>
                  <a:cubicBezTo>
                    <a:pt x="456" y="41"/>
                    <a:pt x="458" y="42"/>
                    <a:pt x="460" y="42"/>
                  </a:cubicBezTo>
                  <a:cubicBezTo>
                    <a:pt x="462" y="42"/>
                    <a:pt x="463" y="41"/>
                    <a:pt x="465" y="41"/>
                  </a:cubicBezTo>
                  <a:cubicBezTo>
                    <a:pt x="466" y="41"/>
                    <a:pt x="468" y="40"/>
                    <a:pt x="469" y="40"/>
                  </a:cubicBezTo>
                  <a:cubicBezTo>
                    <a:pt x="470" y="34"/>
                    <a:pt x="470" y="34"/>
                    <a:pt x="470" y="34"/>
                  </a:cubicBezTo>
                  <a:cubicBezTo>
                    <a:pt x="469" y="35"/>
                    <a:pt x="467" y="35"/>
                    <a:pt x="466" y="36"/>
                  </a:cubicBezTo>
                  <a:cubicBezTo>
                    <a:pt x="464" y="36"/>
                    <a:pt x="463" y="36"/>
                    <a:pt x="461" y="36"/>
                  </a:cubicBezTo>
                  <a:cubicBezTo>
                    <a:pt x="460" y="36"/>
                    <a:pt x="458" y="36"/>
                    <a:pt x="457" y="36"/>
                  </a:cubicBezTo>
                  <a:cubicBezTo>
                    <a:pt x="456" y="35"/>
                    <a:pt x="455" y="34"/>
                    <a:pt x="454" y="33"/>
                  </a:cubicBezTo>
                  <a:cubicBezTo>
                    <a:pt x="454" y="32"/>
                    <a:pt x="453" y="31"/>
                    <a:pt x="453" y="29"/>
                  </a:cubicBezTo>
                  <a:lnTo>
                    <a:pt x="473" y="29"/>
                  </a:lnTo>
                  <a:close/>
                  <a:moveTo>
                    <a:pt x="454" y="24"/>
                  </a:moveTo>
                  <a:cubicBezTo>
                    <a:pt x="455" y="23"/>
                    <a:pt x="455" y="22"/>
                    <a:pt x="456" y="21"/>
                  </a:cubicBezTo>
                  <a:cubicBezTo>
                    <a:pt x="457" y="20"/>
                    <a:pt x="458" y="19"/>
                    <a:pt x="459" y="18"/>
                  </a:cubicBezTo>
                  <a:cubicBezTo>
                    <a:pt x="460" y="18"/>
                    <a:pt x="461" y="17"/>
                    <a:pt x="462" y="17"/>
                  </a:cubicBezTo>
                  <a:cubicBezTo>
                    <a:pt x="464" y="17"/>
                    <a:pt x="465" y="18"/>
                    <a:pt x="466" y="19"/>
                  </a:cubicBezTo>
                  <a:cubicBezTo>
                    <a:pt x="467" y="19"/>
                    <a:pt x="467" y="21"/>
                    <a:pt x="467" y="22"/>
                  </a:cubicBezTo>
                  <a:cubicBezTo>
                    <a:pt x="467" y="22"/>
                    <a:pt x="467" y="23"/>
                    <a:pt x="467" y="23"/>
                  </a:cubicBezTo>
                  <a:cubicBezTo>
                    <a:pt x="467" y="23"/>
                    <a:pt x="467" y="24"/>
                    <a:pt x="467" y="24"/>
                  </a:cubicBezTo>
                  <a:lnTo>
                    <a:pt x="454" y="24"/>
                  </a:lnTo>
                  <a:close/>
                  <a:moveTo>
                    <a:pt x="476" y="41"/>
                  </a:moveTo>
                  <a:cubicBezTo>
                    <a:pt x="484" y="41"/>
                    <a:pt x="484" y="41"/>
                    <a:pt x="484" y="41"/>
                  </a:cubicBezTo>
                  <a:cubicBezTo>
                    <a:pt x="486" y="28"/>
                    <a:pt x="486" y="28"/>
                    <a:pt x="486" y="28"/>
                  </a:cubicBezTo>
                  <a:cubicBezTo>
                    <a:pt x="487" y="27"/>
                    <a:pt x="487" y="26"/>
                    <a:pt x="487" y="25"/>
                  </a:cubicBezTo>
                  <a:cubicBezTo>
                    <a:pt x="488" y="24"/>
                    <a:pt x="488" y="23"/>
                    <a:pt x="489" y="22"/>
                  </a:cubicBezTo>
                  <a:cubicBezTo>
                    <a:pt x="490" y="21"/>
                    <a:pt x="491" y="20"/>
                    <a:pt x="492" y="20"/>
                  </a:cubicBezTo>
                  <a:cubicBezTo>
                    <a:pt x="492" y="19"/>
                    <a:pt x="494" y="19"/>
                    <a:pt x="495" y="19"/>
                  </a:cubicBezTo>
                  <a:cubicBezTo>
                    <a:pt x="495" y="19"/>
                    <a:pt x="496" y="19"/>
                    <a:pt x="496" y="19"/>
                  </a:cubicBezTo>
                  <a:cubicBezTo>
                    <a:pt x="497" y="19"/>
                    <a:pt x="497" y="19"/>
                    <a:pt x="498" y="19"/>
                  </a:cubicBezTo>
                  <a:cubicBezTo>
                    <a:pt x="499" y="12"/>
                    <a:pt x="499" y="12"/>
                    <a:pt x="499" y="12"/>
                  </a:cubicBezTo>
                  <a:cubicBezTo>
                    <a:pt x="499" y="12"/>
                    <a:pt x="498" y="12"/>
                    <a:pt x="498" y="12"/>
                  </a:cubicBezTo>
                  <a:cubicBezTo>
                    <a:pt x="497" y="12"/>
                    <a:pt x="497" y="12"/>
                    <a:pt x="496" y="12"/>
                  </a:cubicBezTo>
                  <a:cubicBezTo>
                    <a:pt x="496" y="12"/>
                    <a:pt x="495" y="12"/>
                    <a:pt x="494" y="13"/>
                  </a:cubicBezTo>
                  <a:cubicBezTo>
                    <a:pt x="493" y="13"/>
                    <a:pt x="492" y="13"/>
                    <a:pt x="492" y="14"/>
                  </a:cubicBezTo>
                  <a:cubicBezTo>
                    <a:pt x="491" y="14"/>
                    <a:pt x="490" y="15"/>
                    <a:pt x="490" y="16"/>
                  </a:cubicBezTo>
                  <a:cubicBezTo>
                    <a:pt x="489" y="16"/>
                    <a:pt x="488" y="17"/>
                    <a:pt x="488" y="18"/>
                  </a:cubicBezTo>
                  <a:cubicBezTo>
                    <a:pt x="488" y="18"/>
                    <a:pt x="488" y="18"/>
                    <a:pt x="488" y="18"/>
                  </a:cubicBezTo>
                  <a:cubicBezTo>
                    <a:pt x="489" y="13"/>
                    <a:pt x="489" y="13"/>
                    <a:pt x="489" y="13"/>
                  </a:cubicBezTo>
                  <a:cubicBezTo>
                    <a:pt x="482" y="13"/>
                    <a:pt x="482" y="13"/>
                    <a:pt x="482" y="13"/>
                  </a:cubicBezTo>
                  <a:cubicBezTo>
                    <a:pt x="482" y="14"/>
                    <a:pt x="482" y="15"/>
                    <a:pt x="481" y="16"/>
                  </a:cubicBezTo>
                  <a:lnTo>
                    <a:pt x="476" y="41"/>
                  </a:lnTo>
                  <a:close/>
                  <a:moveTo>
                    <a:pt x="505" y="41"/>
                  </a:moveTo>
                  <a:cubicBezTo>
                    <a:pt x="513" y="41"/>
                    <a:pt x="513" y="41"/>
                    <a:pt x="513" y="41"/>
                  </a:cubicBezTo>
                  <a:cubicBezTo>
                    <a:pt x="529" y="13"/>
                    <a:pt x="529" y="13"/>
                    <a:pt x="529" y="13"/>
                  </a:cubicBezTo>
                  <a:cubicBezTo>
                    <a:pt x="522" y="13"/>
                    <a:pt x="522" y="13"/>
                    <a:pt x="522" y="13"/>
                  </a:cubicBezTo>
                  <a:cubicBezTo>
                    <a:pt x="511" y="33"/>
                    <a:pt x="511" y="33"/>
                    <a:pt x="511" y="33"/>
                  </a:cubicBezTo>
                  <a:cubicBezTo>
                    <a:pt x="510" y="33"/>
                    <a:pt x="510" y="33"/>
                    <a:pt x="510" y="33"/>
                  </a:cubicBezTo>
                  <a:cubicBezTo>
                    <a:pt x="508" y="13"/>
                    <a:pt x="508" y="13"/>
                    <a:pt x="508" y="13"/>
                  </a:cubicBezTo>
                  <a:cubicBezTo>
                    <a:pt x="500" y="13"/>
                    <a:pt x="500" y="13"/>
                    <a:pt x="500" y="13"/>
                  </a:cubicBezTo>
                  <a:lnTo>
                    <a:pt x="505" y="41"/>
                  </a:lnTo>
                  <a:close/>
                  <a:moveTo>
                    <a:pt x="528" y="41"/>
                  </a:moveTo>
                  <a:cubicBezTo>
                    <a:pt x="535" y="41"/>
                    <a:pt x="535" y="41"/>
                    <a:pt x="535" y="41"/>
                  </a:cubicBezTo>
                  <a:cubicBezTo>
                    <a:pt x="541" y="13"/>
                    <a:pt x="541" y="13"/>
                    <a:pt x="541" y="13"/>
                  </a:cubicBezTo>
                  <a:cubicBezTo>
                    <a:pt x="534" y="13"/>
                    <a:pt x="534" y="13"/>
                    <a:pt x="534" y="13"/>
                  </a:cubicBezTo>
                  <a:lnTo>
                    <a:pt x="528" y="41"/>
                  </a:lnTo>
                  <a:close/>
                  <a:moveTo>
                    <a:pt x="535" y="8"/>
                  </a:moveTo>
                  <a:cubicBezTo>
                    <a:pt x="543" y="8"/>
                    <a:pt x="543" y="8"/>
                    <a:pt x="543" y="8"/>
                  </a:cubicBezTo>
                  <a:cubicBezTo>
                    <a:pt x="544" y="1"/>
                    <a:pt x="544" y="1"/>
                    <a:pt x="544" y="1"/>
                  </a:cubicBezTo>
                  <a:cubicBezTo>
                    <a:pt x="537" y="1"/>
                    <a:pt x="537" y="1"/>
                    <a:pt x="537" y="1"/>
                  </a:cubicBezTo>
                  <a:lnTo>
                    <a:pt x="535" y="8"/>
                  </a:lnTo>
                  <a:close/>
                  <a:moveTo>
                    <a:pt x="568" y="13"/>
                  </a:moveTo>
                  <a:cubicBezTo>
                    <a:pt x="567" y="13"/>
                    <a:pt x="566" y="13"/>
                    <a:pt x="565" y="12"/>
                  </a:cubicBezTo>
                  <a:cubicBezTo>
                    <a:pt x="564" y="12"/>
                    <a:pt x="562" y="12"/>
                    <a:pt x="561" y="12"/>
                  </a:cubicBezTo>
                  <a:cubicBezTo>
                    <a:pt x="559" y="12"/>
                    <a:pt x="556" y="12"/>
                    <a:pt x="554" y="13"/>
                  </a:cubicBezTo>
                  <a:cubicBezTo>
                    <a:pt x="552" y="14"/>
                    <a:pt x="550" y="15"/>
                    <a:pt x="549" y="17"/>
                  </a:cubicBezTo>
                  <a:cubicBezTo>
                    <a:pt x="547" y="19"/>
                    <a:pt x="546" y="20"/>
                    <a:pt x="546" y="23"/>
                  </a:cubicBezTo>
                  <a:cubicBezTo>
                    <a:pt x="545" y="25"/>
                    <a:pt x="544" y="27"/>
                    <a:pt x="544" y="29"/>
                  </a:cubicBezTo>
                  <a:cubicBezTo>
                    <a:pt x="544" y="32"/>
                    <a:pt x="545" y="34"/>
                    <a:pt x="546" y="36"/>
                  </a:cubicBezTo>
                  <a:cubicBezTo>
                    <a:pt x="547" y="38"/>
                    <a:pt x="548" y="39"/>
                    <a:pt x="550" y="40"/>
                  </a:cubicBezTo>
                  <a:cubicBezTo>
                    <a:pt x="552" y="41"/>
                    <a:pt x="554" y="42"/>
                    <a:pt x="556" y="42"/>
                  </a:cubicBezTo>
                  <a:cubicBezTo>
                    <a:pt x="558" y="42"/>
                    <a:pt x="559" y="41"/>
                    <a:pt x="560" y="41"/>
                  </a:cubicBezTo>
                  <a:cubicBezTo>
                    <a:pt x="561" y="41"/>
                    <a:pt x="562" y="41"/>
                    <a:pt x="563" y="40"/>
                  </a:cubicBezTo>
                  <a:cubicBezTo>
                    <a:pt x="564" y="34"/>
                    <a:pt x="564" y="34"/>
                    <a:pt x="564" y="34"/>
                  </a:cubicBezTo>
                  <a:cubicBezTo>
                    <a:pt x="564" y="35"/>
                    <a:pt x="563" y="35"/>
                    <a:pt x="562" y="35"/>
                  </a:cubicBezTo>
                  <a:cubicBezTo>
                    <a:pt x="562" y="35"/>
                    <a:pt x="561" y="36"/>
                    <a:pt x="560" y="36"/>
                  </a:cubicBezTo>
                  <a:cubicBezTo>
                    <a:pt x="560" y="36"/>
                    <a:pt x="559" y="36"/>
                    <a:pt x="558" y="36"/>
                  </a:cubicBezTo>
                  <a:cubicBezTo>
                    <a:pt x="557" y="36"/>
                    <a:pt x="556" y="36"/>
                    <a:pt x="555" y="35"/>
                  </a:cubicBezTo>
                  <a:cubicBezTo>
                    <a:pt x="554" y="35"/>
                    <a:pt x="554" y="34"/>
                    <a:pt x="553" y="34"/>
                  </a:cubicBezTo>
                  <a:cubicBezTo>
                    <a:pt x="553" y="33"/>
                    <a:pt x="553" y="32"/>
                    <a:pt x="552" y="31"/>
                  </a:cubicBezTo>
                  <a:cubicBezTo>
                    <a:pt x="552" y="30"/>
                    <a:pt x="552" y="29"/>
                    <a:pt x="552" y="29"/>
                  </a:cubicBezTo>
                  <a:cubicBezTo>
                    <a:pt x="552" y="27"/>
                    <a:pt x="552" y="26"/>
                    <a:pt x="553" y="25"/>
                  </a:cubicBezTo>
                  <a:cubicBezTo>
                    <a:pt x="553" y="23"/>
                    <a:pt x="554" y="22"/>
                    <a:pt x="554" y="21"/>
                  </a:cubicBezTo>
                  <a:cubicBezTo>
                    <a:pt x="555" y="20"/>
                    <a:pt x="556" y="19"/>
                    <a:pt x="557" y="19"/>
                  </a:cubicBezTo>
                  <a:cubicBezTo>
                    <a:pt x="558" y="18"/>
                    <a:pt x="560" y="18"/>
                    <a:pt x="561" y="18"/>
                  </a:cubicBezTo>
                  <a:cubicBezTo>
                    <a:pt x="562" y="18"/>
                    <a:pt x="563" y="18"/>
                    <a:pt x="564" y="18"/>
                  </a:cubicBezTo>
                  <a:cubicBezTo>
                    <a:pt x="565" y="18"/>
                    <a:pt x="566" y="19"/>
                    <a:pt x="567" y="19"/>
                  </a:cubicBezTo>
                  <a:lnTo>
                    <a:pt x="568" y="13"/>
                  </a:lnTo>
                  <a:close/>
                  <a:moveTo>
                    <a:pt x="595" y="29"/>
                  </a:moveTo>
                  <a:cubicBezTo>
                    <a:pt x="595" y="28"/>
                    <a:pt x="596" y="27"/>
                    <a:pt x="596" y="26"/>
                  </a:cubicBezTo>
                  <a:cubicBezTo>
                    <a:pt x="596" y="25"/>
                    <a:pt x="596" y="24"/>
                    <a:pt x="596" y="23"/>
                  </a:cubicBezTo>
                  <a:cubicBezTo>
                    <a:pt x="596" y="20"/>
                    <a:pt x="595" y="18"/>
                    <a:pt x="594" y="17"/>
                  </a:cubicBezTo>
                  <a:cubicBezTo>
                    <a:pt x="593" y="15"/>
                    <a:pt x="592" y="14"/>
                    <a:pt x="590" y="13"/>
                  </a:cubicBezTo>
                  <a:cubicBezTo>
                    <a:pt x="589" y="12"/>
                    <a:pt x="587" y="12"/>
                    <a:pt x="584" y="12"/>
                  </a:cubicBezTo>
                  <a:cubicBezTo>
                    <a:pt x="582" y="12"/>
                    <a:pt x="581" y="12"/>
                    <a:pt x="579" y="13"/>
                  </a:cubicBezTo>
                  <a:cubicBezTo>
                    <a:pt x="577" y="14"/>
                    <a:pt x="576" y="14"/>
                    <a:pt x="575" y="16"/>
                  </a:cubicBezTo>
                  <a:cubicBezTo>
                    <a:pt x="573" y="17"/>
                    <a:pt x="572" y="18"/>
                    <a:pt x="571" y="19"/>
                  </a:cubicBezTo>
                  <a:cubicBezTo>
                    <a:pt x="570" y="21"/>
                    <a:pt x="570" y="22"/>
                    <a:pt x="569" y="24"/>
                  </a:cubicBezTo>
                  <a:cubicBezTo>
                    <a:pt x="569" y="26"/>
                    <a:pt x="568" y="27"/>
                    <a:pt x="568" y="29"/>
                  </a:cubicBezTo>
                  <a:cubicBezTo>
                    <a:pt x="568" y="31"/>
                    <a:pt x="569" y="33"/>
                    <a:pt x="569" y="35"/>
                  </a:cubicBezTo>
                  <a:cubicBezTo>
                    <a:pt x="570" y="36"/>
                    <a:pt x="571" y="38"/>
                    <a:pt x="572" y="39"/>
                  </a:cubicBezTo>
                  <a:cubicBezTo>
                    <a:pt x="573" y="40"/>
                    <a:pt x="575" y="40"/>
                    <a:pt x="576" y="41"/>
                  </a:cubicBezTo>
                  <a:cubicBezTo>
                    <a:pt x="578" y="41"/>
                    <a:pt x="580" y="42"/>
                    <a:pt x="582" y="42"/>
                  </a:cubicBezTo>
                  <a:cubicBezTo>
                    <a:pt x="583" y="42"/>
                    <a:pt x="585" y="41"/>
                    <a:pt x="586" y="41"/>
                  </a:cubicBezTo>
                  <a:cubicBezTo>
                    <a:pt x="588" y="41"/>
                    <a:pt x="589" y="40"/>
                    <a:pt x="591" y="40"/>
                  </a:cubicBezTo>
                  <a:cubicBezTo>
                    <a:pt x="592" y="34"/>
                    <a:pt x="592" y="34"/>
                    <a:pt x="592" y="34"/>
                  </a:cubicBezTo>
                  <a:cubicBezTo>
                    <a:pt x="590" y="35"/>
                    <a:pt x="589" y="35"/>
                    <a:pt x="588" y="36"/>
                  </a:cubicBezTo>
                  <a:cubicBezTo>
                    <a:pt x="586" y="36"/>
                    <a:pt x="585" y="36"/>
                    <a:pt x="583" y="36"/>
                  </a:cubicBezTo>
                  <a:cubicBezTo>
                    <a:pt x="581" y="36"/>
                    <a:pt x="580" y="36"/>
                    <a:pt x="579" y="36"/>
                  </a:cubicBezTo>
                  <a:cubicBezTo>
                    <a:pt x="578" y="35"/>
                    <a:pt x="577" y="34"/>
                    <a:pt x="576" y="33"/>
                  </a:cubicBezTo>
                  <a:cubicBezTo>
                    <a:pt x="576" y="32"/>
                    <a:pt x="575" y="31"/>
                    <a:pt x="575" y="29"/>
                  </a:cubicBezTo>
                  <a:lnTo>
                    <a:pt x="595" y="29"/>
                  </a:lnTo>
                  <a:close/>
                  <a:moveTo>
                    <a:pt x="576" y="24"/>
                  </a:moveTo>
                  <a:cubicBezTo>
                    <a:pt x="577" y="23"/>
                    <a:pt x="577" y="22"/>
                    <a:pt x="578" y="21"/>
                  </a:cubicBezTo>
                  <a:cubicBezTo>
                    <a:pt x="579" y="20"/>
                    <a:pt x="579" y="19"/>
                    <a:pt x="580" y="18"/>
                  </a:cubicBezTo>
                  <a:cubicBezTo>
                    <a:pt x="581" y="18"/>
                    <a:pt x="583" y="17"/>
                    <a:pt x="584" y="17"/>
                  </a:cubicBezTo>
                  <a:cubicBezTo>
                    <a:pt x="586" y="17"/>
                    <a:pt x="587" y="18"/>
                    <a:pt x="588" y="19"/>
                  </a:cubicBezTo>
                  <a:cubicBezTo>
                    <a:pt x="588" y="19"/>
                    <a:pt x="589" y="21"/>
                    <a:pt x="589" y="22"/>
                  </a:cubicBezTo>
                  <a:cubicBezTo>
                    <a:pt x="589" y="22"/>
                    <a:pt x="589" y="23"/>
                    <a:pt x="589" y="23"/>
                  </a:cubicBezTo>
                  <a:cubicBezTo>
                    <a:pt x="589" y="23"/>
                    <a:pt x="589" y="24"/>
                    <a:pt x="589" y="24"/>
                  </a:cubicBezTo>
                  <a:lnTo>
                    <a:pt x="576" y="24"/>
                  </a:lnTo>
                  <a:close/>
                  <a:moveTo>
                    <a:pt x="621" y="13"/>
                  </a:moveTo>
                  <a:cubicBezTo>
                    <a:pt x="620" y="13"/>
                    <a:pt x="619" y="13"/>
                    <a:pt x="617" y="12"/>
                  </a:cubicBezTo>
                  <a:cubicBezTo>
                    <a:pt x="616" y="12"/>
                    <a:pt x="615" y="12"/>
                    <a:pt x="613" y="12"/>
                  </a:cubicBezTo>
                  <a:cubicBezTo>
                    <a:pt x="612" y="12"/>
                    <a:pt x="611" y="12"/>
                    <a:pt x="610" y="12"/>
                  </a:cubicBezTo>
                  <a:cubicBezTo>
                    <a:pt x="609" y="13"/>
                    <a:pt x="607" y="13"/>
                    <a:pt x="606" y="13"/>
                  </a:cubicBezTo>
                  <a:cubicBezTo>
                    <a:pt x="605" y="14"/>
                    <a:pt x="604" y="14"/>
                    <a:pt x="604" y="15"/>
                  </a:cubicBezTo>
                  <a:cubicBezTo>
                    <a:pt x="603" y="16"/>
                    <a:pt x="602" y="17"/>
                    <a:pt x="602" y="18"/>
                  </a:cubicBezTo>
                  <a:cubicBezTo>
                    <a:pt x="601" y="19"/>
                    <a:pt x="601" y="20"/>
                    <a:pt x="601" y="21"/>
                  </a:cubicBezTo>
                  <a:cubicBezTo>
                    <a:pt x="601" y="22"/>
                    <a:pt x="601" y="23"/>
                    <a:pt x="602" y="24"/>
                  </a:cubicBezTo>
                  <a:cubicBezTo>
                    <a:pt x="602" y="25"/>
                    <a:pt x="603" y="26"/>
                    <a:pt x="603" y="26"/>
                  </a:cubicBezTo>
                  <a:cubicBezTo>
                    <a:pt x="604" y="27"/>
                    <a:pt x="605" y="27"/>
                    <a:pt x="606" y="28"/>
                  </a:cubicBezTo>
                  <a:cubicBezTo>
                    <a:pt x="607" y="29"/>
                    <a:pt x="607" y="29"/>
                    <a:pt x="608" y="29"/>
                  </a:cubicBezTo>
                  <a:cubicBezTo>
                    <a:pt x="609" y="30"/>
                    <a:pt x="609" y="31"/>
                    <a:pt x="610" y="31"/>
                  </a:cubicBezTo>
                  <a:cubicBezTo>
                    <a:pt x="610" y="32"/>
                    <a:pt x="610" y="32"/>
                    <a:pt x="610" y="33"/>
                  </a:cubicBezTo>
                  <a:cubicBezTo>
                    <a:pt x="610" y="34"/>
                    <a:pt x="610" y="34"/>
                    <a:pt x="610" y="35"/>
                  </a:cubicBezTo>
                  <a:cubicBezTo>
                    <a:pt x="610" y="35"/>
                    <a:pt x="609" y="35"/>
                    <a:pt x="609" y="36"/>
                  </a:cubicBezTo>
                  <a:cubicBezTo>
                    <a:pt x="608" y="36"/>
                    <a:pt x="608" y="36"/>
                    <a:pt x="607" y="36"/>
                  </a:cubicBezTo>
                  <a:cubicBezTo>
                    <a:pt x="607" y="36"/>
                    <a:pt x="606" y="36"/>
                    <a:pt x="605" y="36"/>
                  </a:cubicBezTo>
                  <a:cubicBezTo>
                    <a:pt x="605" y="36"/>
                    <a:pt x="604" y="36"/>
                    <a:pt x="603" y="36"/>
                  </a:cubicBezTo>
                  <a:cubicBezTo>
                    <a:pt x="602" y="36"/>
                    <a:pt x="601" y="35"/>
                    <a:pt x="601" y="35"/>
                  </a:cubicBezTo>
                  <a:cubicBezTo>
                    <a:pt x="600" y="35"/>
                    <a:pt x="599" y="34"/>
                    <a:pt x="598" y="34"/>
                  </a:cubicBezTo>
                  <a:cubicBezTo>
                    <a:pt x="597" y="40"/>
                    <a:pt x="597" y="40"/>
                    <a:pt x="597" y="40"/>
                  </a:cubicBezTo>
                  <a:cubicBezTo>
                    <a:pt x="598" y="40"/>
                    <a:pt x="600" y="41"/>
                    <a:pt x="601" y="41"/>
                  </a:cubicBezTo>
                  <a:cubicBezTo>
                    <a:pt x="603" y="41"/>
                    <a:pt x="604" y="42"/>
                    <a:pt x="605" y="42"/>
                  </a:cubicBezTo>
                  <a:cubicBezTo>
                    <a:pt x="607" y="42"/>
                    <a:pt x="608" y="41"/>
                    <a:pt x="609" y="41"/>
                  </a:cubicBezTo>
                  <a:cubicBezTo>
                    <a:pt x="610" y="41"/>
                    <a:pt x="612" y="41"/>
                    <a:pt x="613" y="40"/>
                  </a:cubicBezTo>
                  <a:cubicBezTo>
                    <a:pt x="614" y="40"/>
                    <a:pt x="615" y="39"/>
                    <a:pt x="616" y="39"/>
                  </a:cubicBezTo>
                  <a:cubicBezTo>
                    <a:pt x="616" y="38"/>
                    <a:pt x="617" y="37"/>
                    <a:pt x="617" y="36"/>
                  </a:cubicBezTo>
                  <a:cubicBezTo>
                    <a:pt x="618" y="35"/>
                    <a:pt x="618" y="33"/>
                    <a:pt x="618" y="32"/>
                  </a:cubicBezTo>
                  <a:cubicBezTo>
                    <a:pt x="618" y="31"/>
                    <a:pt x="618" y="30"/>
                    <a:pt x="617" y="29"/>
                  </a:cubicBezTo>
                  <a:cubicBezTo>
                    <a:pt x="617" y="28"/>
                    <a:pt x="616" y="27"/>
                    <a:pt x="616" y="27"/>
                  </a:cubicBezTo>
                  <a:cubicBezTo>
                    <a:pt x="615" y="26"/>
                    <a:pt x="614" y="25"/>
                    <a:pt x="613" y="25"/>
                  </a:cubicBezTo>
                  <a:cubicBezTo>
                    <a:pt x="613" y="24"/>
                    <a:pt x="612" y="24"/>
                    <a:pt x="611" y="23"/>
                  </a:cubicBezTo>
                  <a:cubicBezTo>
                    <a:pt x="610" y="23"/>
                    <a:pt x="610" y="22"/>
                    <a:pt x="609" y="22"/>
                  </a:cubicBezTo>
                  <a:cubicBezTo>
                    <a:pt x="609" y="21"/>
                    <a:pt x="609" y="21"/>
                    <a:pt x="609" y="20"/>
                  </a:cubicBezTo>
                  <a:cubicBezTo>
                    <a:pt x="609" y="20"/>
                    <a:pt x="609" y="19"/>
                    <a:pt x="609" y="19"/>
                  </a:cubicBezTo>
                  <a:cubicBezTo>
                    <a:pt x="609" y="18"/>
                    <a:pt x="610" y="18"/>
                    <a:pt x="610" y="18"/>
                  </a:cubicBezTo>
                  <a:cubicBezTo>
                    <a:pt x="611" y="18"/>
                    <a:pt x="611" y="18"/>
                    <a:pt x="612" y="18"/>
                  </a:cubicBezTo>
                  <a:cubicBezTo>
                    <a:pt x="612" y="17"/>
                    <a:pt x="613" y="17"/>
                    <a:pt x="614" y="17"/>
                  </a:cubicBezTo>
                  <a:cubicBezTo>
                    <a:pt x="615" y="17"/>
                    <a:pt x="616" y="18"/>
                    <a:pt x="617" y="18"/>
                  </a:cubicBezTo>
                  <a:cubicBezTo>
                    <a:pt x="618" y="18"/>
                    <a:pt x="619" y="18"/>
                    <a:pt x="620" y="19"/>
                  </a:cubicBezTo>
                  <a:lnTo>
                    <a:pt x="621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 dirty="0"/>
            </a:p>
          </p:txBody>
        </p:sp>
      </p:grpSp>
      <p:sp>
        <p:nvSpPr>
          <p:cNvPr id="23" name="Text Placeholder 1030"/>
          <p:cNvSpPr>
            <a:spLocks noGrp="1"/>
          </p:cNvSpPr>
          <p:nvPr>
            <p:ph type="body" sz="quarter" idx="10" hasCustomPrompt="1"/>
          </p:nvPr>
        </p:nvSpPr>
        <p:spPr>
          <a:xfrm>
            <a:off x="399133" y="4646313"/>
            <a:ext cx="4858623" cy="46357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endParaRPr lang="en-IN" dirty="0"/>
          </a:p>
        </p:txBody>
      </p:sp>
      <p:sp>
        <p:nvSpPr>
          <p:cNvPr id="24" name="Text Placeholder 1030"/>
          <p:cNvSpPr>
            <a:spLocks noGrp="1"/>
          </p:cNvSpPr>
          <p:nvPr>
            <p:ph type="body" sz="quarter" idx="11" hasCustomPrompt="1"/>
          </p:nvPr>
        </p:nvSpPr>
        <p:spPr>
          <a:xfrm>
            <a:off x="399133" y="5252919"/>
            <a:ext cx="4858623" cy="4635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Designation </a:t>
            </a:r>
            <a:endParaRPr lang="en-IN" dirty="0"/>
          </a:p>
        </p:txBody>
      </p:sp>
      <p:sp>
        <p:nvSpPr>
          <p:cNvPr id="26" name="Parallelogram 25"/>
          <p:cNvSpPr/>
          <p:nvPr userDrawn="1"/>
        </p:nvSpPr>
        <p:spPr>
          <a:xfrm>
            <a:off x="5756786" y="3518"/>
            <a:ext cx="6435213" cy="6553269"/>
          </a:xfrm>
          <a:custGeom>
            <a:avLst/>
            <a:gdLst/>
            <a:ahLst/>
            <a:cxnLst/>
            <a:rect l="l" t="t" r="r" b="b"/>
            <a:pathLst>
              <a:path w="5048250" h="5140862">
                <a:moveTo>
                  <a:pt x="3013830" y="0"/>
                </a:moveTo>
                <a:lnTo>
                  <a:pt x="5048250" y="0"/>
                </a:lnTo>
                <a:lnTo>
                  <a:pt x="5048250" y="5140862"/>
                </a:lnTo>
                <a:lnTo>
                  <a:pt x="0" y="514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839351" y="-1"/>
            <a:ext cx="6352651" cy="6556788"/>
          </a:xfrm>
          <a:custGeom>
            <a:avLst/>
            <a:gdLst/>
            <a:ahLst/>
            <a:cxnLst/>
            <a:rect l="l" t="t" r="r" b="b"/>
            <a:pathLst>
              <a:path w="5052943" h="5125139">
                <a:moveTo>
                  <a:pt x="3057525" y="0"/>
                </a:moveTo>
                <a:lnTo>
                  <a:pt x="5048250" y="0"/>
                </a:lnTo>
                <a:lnTo>
                  <a:pt x="5048250" y="1"/>
                </a:lnTo>
                <a:lnTo>
                  <a:pt x="5048250" y="3152775"/>
                </a:lnTo>
                <a:lnTo>
                  <a:pt x="5052943" y="3152775"/>
                </a:lnTo>
                <a:lnTo>
                  <a:pt x="5052943" y="5125138"/>
                </a:lnTo>
                <a:lnTo>
                  <a:pt x="5048250" y="5125138"/>
                </a:lnTo>
                <a:lnTo>
                  <a:pt x="3057525" y="5125138"/>
                </a:lnTo>
                <a:lnTo>
                  <a:pt x="2052619" y="5125138"/>
                </a:lnTo>
                <a:lnTo>
                  <a:pt x="2052618" y="5125139"/>
                </a:lnTo>
                <a:lnTo>
                  <a:pt x="0" y="5125139"/>
                </a:lnTo>
                <a:lnTo>
                  <a:pt x="2995632" y="1"/>
                </a:lnTo>
                <a:lnTo>
                  <a:pt x="3057525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dirty="0"/>
            </a:lvl1pPr>
          </a:lstStyle>
          <a:p>
            <a:endParaRPr lang="en-IN" dirty="0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1049700" y="1007106"/>
            <a:ext cx="1065707" cy="1126383"/>
            <a:chOff x="-3330575" y="3005138"/>
            <a:chExt cx="1533526" cy="1620837"/>
          </a:xfrm>
          <a:solidFill>
            <a:srgbClr val="002060"/>
          </a:solidFill>
        </p:grpSpPr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auto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0" name="Group 29"/>
          <p:cNvGrpSpPr/>
          <p:nvPr userDrawn="1"/>
        </p:nvGrpSpPr>
        <p:grpSpPr>
          <a:xfrm>
            <a:off x="5412294" y="2199399"/>
            <a:ext cx="996725" cy="1078995"/>
            <a:chOff x="2301081" y="6662108"/>
            <a:chExt cx="1500188" cy="1624012"/>
          </a:xfrm>
          <a:solidFill>
            <a:srgbClr val="002060"/>
          </a:solidFill>
        </p:grpSpPr>
        <p:sp>
          <p:nvSpPr>
            <p:cNvPr id="31" name="Freeform 8"/>
            <p:cNvSpPr>
              <a:spLocks/>
            </p:cNvSpPr>
            <p:nvPr/>
          </p:nvSpPr>
          <p:spPr bwMode="auto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  <p:sp>
          <p:nvSpPr>
            <p:cNvPr id="32" name="Freeform 9"/>
            <p:cNvSpPr>
              <a:spLocks/>
            </p:cNvSpPr>
            <p:nvPr/>
          </p:nvSpPr>
          <p:spPr bwMode="auto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  <p:sp>
          <p:nvSpPr>
            <p:cNvPr id="33" name="Freeform 10"/>
            <p:cNvSpPr>
              <a:spLocks/>
            </p:cNvSpPr>
            <p:nvPr/>
          </p:nvSpPr>
          <p:spPr bwMode="auto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8100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ith_Grid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83685"/>
            <a:ext cx="12192000" cy="2743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96676" y="6581380"/>
            <a:ext cx="3228639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Confidential | L&amp;T Technology Services | © 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7495" y="6581379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marL="0" marR="0" lvl="0" indent="0" algn="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AD548E-8EA6-684F-9B89-4E9F5DC57B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97FD5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97FD5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50621" y="-40521"/>
            <a:ext cx="11379200" cy="673820"/>
          </a:xfrm>
        </p:spPr>
        <p:txBody>
          <a:bodyPr anchor="b">
            <a:normAutofit/>
          </a:bodyPr>
          <a:lstStyle>
            <a:lvl1pPr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06400" y="889000"/>
            <a:ext cx="11379200" cy="5588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3332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Parallelogram 2"/>
            <p:cNvSpPr/>
            <p:nvPr/>
          </p:nvSpPr>
          <p:spPr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2298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 userDrawn="1"/>
        </p:nvSpPr>
        <p:spPr>
          <a:xfrm>
            <a:off x="3974168" y="6581380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354"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437495" y="6581379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pPr algn="r" defTabSz="914354"/>
              <a:t>‹#›</a:t>
            </a:fld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6" name="Rectangle: Rounded Corners 15"/>
          <p:cNvSpPr/>
          <p:nvPr userDrawn="1"/>
        </p:nvSpPr>
        <p:spPr>
          <a:xfrm>
            <a:off x="578564" y="628076"/>
            <a:ext cx="1393371" cy="48768"/>
          </a:xfrm>
          <a:prstGeom prst="roundRect">
            <a:avLst/>
          </a:prstGeom>
          <a:solidFill>
            <a:srgbClr val="FFCC2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345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9" r:id="rId1"/>
    <p:sldLayoutId id="2147484442" r:id="rId2"/>
    <p:sldLayoutId id="2147484420" r:id="rId3"/>
    <p:sldLayoutId id="2147484421" r:id="rId4"/>
    <p:sldLayoutId id="2147484444" r:id="rId5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228589" marR="0" indent="-228589" algn="l" defTabSz="914354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28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766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24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42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20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20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1867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298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18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AE2331-9E5D-4002-95F6-18F5524470BF}"/>
              </a:ext>
            </a:extLst>
          </p:cNvPr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2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62" name="Graphic 6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62269"/>
            <a:ext cx="4470400" cy="824467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 bwMode="gray">
          <a:xfrm>
            <a:off x="1518776" y="1874895"/>
            <a:ext cx="801059" cy="782333"/>
            <a:chOff x="-3330575" y="3005138"/>
            <a:chExt cx="1533526" cy="1620837"/>
          </a:xfrm>
          <a:solidFill>
            <a:srgbClr val="FFCC29"/>
          </a:solidFill>
        </p:grpSpPr>
        <p:sp>
          <p:nvSpPr>
            <p:cNvPr id="65" name="Freeform 6"/>
            <p:cNvSpPr>
              <a:spLocks/>
            </p:cNvSpPr>
            <p:nvPr/>
          </p:nvSpPr>
          <p:spPr bwMode="gray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Freeform 7"/>
            <p:cNvSpPr>
              <a:spLocks/>
            </p:cNvSpPr>
            <p:nvPr/>
          </p:nvSpPr>
          <p:spPr bwMode="gray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7" name="Group 66"/>
          <p:cNvGrpSpPr/>
          <p:nvPr/>
        </p:nvGrpSpPr>
        <p:grpSpPr bwMode="gray">
          <a:xfrm>
            <a:off x="9677117" y="4056795"/>
            <a:ext cx="804544" cy="783647"/>
            <a:chOff x="2301081" y="6662108"/>
            <a:chExt cx="1500188" cy="1624012"/>
          </a:xfrm>
          <a:solidFill>
            <a:srgbClr val="FFCC29"/>
          </a:solidFill>
        </p:grpSpPr>
        <p:sp>
          <p:nvSpPr>
            <p:cNvPr id="68" name="Freeform 8"/>
            <p:cNvSpPr>
              <a:spLocks/>
            </p:cNvSpPr>
            <p:nvPr/>
          </p:nvSpPr>
          <p:spPr bwMode="gray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Freeform 9"/>
            <p:cNvSpPr>
              <a:spLocks/>
            </p:cNvSpPr>
            <p:nvPr/>
          </p:nvSpPr>
          <p:spPr bwMode="gray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" name="Freeform 10"/>
            <p:cNvSpPr>
              <a:spLocks/>
            </p:cNvSpPr>
            <p:nvPr/>
          </p:nvSpPr>
          <p:spPr bwMode="gray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2022766" y="2076048"/>
            <a:ext cx="8085144" cy="106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71412">
              <a:lnSpc>
                <a:spcPct val="150000"/>
              </a:lnSpc>
              <a:defRPr/>
            </a:pPr>
            <a:r>
              <a:rPr 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Joint Review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1BFF4E5-9FC6-4651-A248-3D53933358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117" y="262872"/>
            <a:ext cx="2370236" cy="71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08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3C606-09D6-4F02-8742-ACDF0DE7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Definitions/Acronyms: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C2FFF5A-7F09-4087-A944-773C27F2F3AF}"/>
              </a:ext>
            </a:extLst>
          </p:cNvPr>
          <p:cNvSpPr txBox="1">
            <a:spLocks/>
          </p:cNvSpPr>
          <p:nvPr/>
        </p:nvSpPr>
        <p:spPr bwMode="gray">
          <a:xfrm>
            <a:off x="420914" y="1132763"/>
            <a:ext cx="11227747" cy="5082507"/>
          </a:xfrm>
          <a:prstGeom prst="rect">
            <a:avLst/>
          </a:prstGeom>
        </p:spPr>
        <p:txBody>
          <a:bodyPr vert="horz" lIns="91439" tIns="45719" rIns="91439" bIns="45719" rtlCol="0">
            <a:noAutofit/>
          </a:bodyPr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37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6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28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20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12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1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marR="0" lvl="1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891" marR="0" lvl="1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A7517E-2545-4255-9A18-D90E081DBD1C}"/>
              </a:ext>
            </a:extLst>
          </p:cNvPr>
          <p:cNvSpPr/>
          <p:nvPr/>
        </p:nvSpPr>
        <p:spPr>
          <a:xfrm>
            <a:off x="420914" y="4846122"/>
            <a:ext cx="184731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D65E984-49B9-440F-87B8-73A71C19F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963745"/>
              </p:ext>
            </p:extLst>
          </p:nvPr>
        </p:nvGraphicFramePr>
        <p:xfrm>
          <a:off x="513278" y="1577009"/>
          <a:ext cx="9213818" cy="366422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51626">
                  <a:extLst>
                    <a:ext uri="{9D8B030D-6E8A-4147-A177-3AD203B41FA5}">
                      <a16:colId xmlns:a16="http://schemas.microsoft.com/office/drawing/2014/main" val="1924955592"/>
                    </a:ext>
                  </a:extLst>
                </a:gridCol>
                <a:gridCol w="7262192">
                  <a:extLst>
                    <a:ext uri="{9D8B030D-6E8A-4147-A177-3AD203B41FA5}">
                      <a16:colId xmlns:a16="http://schemas.microsoft.com/office/drawing/2014/main" val="2858474719"/>
                    </a:ext>
                  </a:extLst>
                </a:gridCol>
              </a:tblGrid>
              <a:tr h="56984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Term/Acronym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78623"/>
                  </a:ext>
                </a:extLst>
              </a:tr>
              <a:tr h="516835">
                <a:tc>
                  <a:txBody>
                    <a:bodyPr/>
                    <a:lstStyle/>
                    <a:p>
                      <a:r>
                        <a:rPr lang="en-US" sz="1800" dirty="0"/>
                        <a:t>A-SPICE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Automotive Software Process Improvement and Capability Determination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953701"/>
                  </a:ext>
                </a:extLst>
              </a:tr>
              <a:tr h="453887">
                <a:tc>
                  <a:txBody>
                    <a:bodyPr/>
                    <a:lstStyle/>
                    <a:p>
                      <a:r>
                        <a:rPr lang="en-US" sz="1800" dirty="0"/>
                        <a:t>SYS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System Engineering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118354"/>
                  </a:ext>
                </a:extLst>
              </a:tr>
              <a:tr h="470452">
                <a:tc>
                  <a:txBody>
                    <a:bodyPr/>
                    <a:lstStyle/>
                    <a:p>
                      <a:r>
                        <a:rPr lang="en-US" sz="1800" dirty="0"/>
                        <a:t>SWE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Software Engineering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131327"/>
                  </a:ext>
                </a:extLst>
              </a:tr>
              <a:tr h="738809">
                <a:tc>
                  <a:txBody>
                    <a:bodyPr/>
                    <a:lstStyle/>
                    <a:p>
                      <a:r>
                        <a:rPr lang="en-US" sz="1800" dirty="0"/>
                        <a:t>Workflow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Definition, execution and automation of business processes where tasks, information or documents are passed from one participant to another for action, according to a set of procedural rules.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372868"/>
                  </a:ext>
                </a:extLst>
              </a:tr>
              <a:tr h="738809">
                <a:tc>
                  <a:txBody>
                    <a:bodyPr/>
                    <a:lstStyle/>
                    <a:p>
                      <a:r>
                        <a:rPr lang="en-US" sz="1800" dirty="0"/>
                        <a:t>Trace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Link between two meaningful contents in a document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923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7598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141" y="61938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What Are Items?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AC35A9-528E-4930-9369-7923F4B5DC2B}"/>
              </a:ext>
            </a:extLst>
          </p:cNvPr>
          <p:cNvSpPr txBox="1"/>
          <p:nvPr/>
        </p:nvSpPr>
        <p:spPr>
          <a:xfrm>
            <a:off x="6202017" y="983087"/>
            <a:ext cx="5711325" cy="6412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143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Items are the basic building blocks of the Integrity data model, and represent the information assets and process objects associated with software development.</a:t>
            </a:r>
          </a:p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For example, items can represent Work items, projects, requirements, test cases, change requests, and defects.</a:t>
            </a:r>
          </a:p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Every item is configurable and contains metadata and history about that item.</a:t>
            </a:r>
          </a:p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Every item type has its own enforceable workflow which describes how it moves from state to state, complete with definable rules, full audit trails, and security.</a:t>
            </a:r>
          </a:p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Escalations, conditional assignments, notifications, and external processes can all be defined and initiated as part of Integrity’s process automation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C4F70D-255D-4762-85AF-B1231AF76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27" y="1558645"/>
            <a:ext cx="459105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5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AE2331-9E5D-4002-95F6-18F5524470BF}"/>
              </a:ext>
            </a:extLst>
          </p:cNvPr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2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8C5F6E7-2567-4C4E-8288-40A604867A15}"/>
              </a:ext>
            </a:extLst>
          </p:cNvPr>
          <p:cNvSpPr txBox="1">
            <a:spLocks/>
          </p:cNvSpPr>
          <p:nvPr/>
        </p:nvSpPr>
        <p:spPr>
          <a:xfrm>
            <a:off x="1855305" y="2666308"/>
            <a:ext cx="8971838" cy="991292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vert="horz" lIns="48000" tIns="96000" rIns="48000" bIns="48000" rtlCol="0" anchor="ctr">
            <a:noAutofit/>
          </a:bodyPr>
          <a:lstStyle>
            <a:defPPr>
              <a:defRPr lang="en-US"/>
            </a:defPPr>
            <a:lvl1pPr marR="0" lvl="0" indent="0" defTabSz="1625358" fontAlgn="auto">
              <a:lnSpc>
                <a:spcPct val="90000"/>
              </a:lnSpc>
              <a:spcBef>
                <a:spcPts val="1777"/>
              </a:spcBef>
              <a:spcAft>
                <a:spcPts val="0"/>
              </a:spcAft>
              <a:buClrTx/>
              <a:buSzTx/>
              <a:buFontTx/>
              <a:buNone/>
              <a:tabLst>
                <a:tab pos="428927" algn="l"/>
              </a:tabLst>
              <a:defRPr kumimoji="0" sz="1867" b="1" i="0" u="none" strike="noStrike" cap="none" spc="0" normalizeH="0" baseline="0">
                <a:ln>
                  <a:noFill/>
                </a:ln>
                <a:solidFill>
                  <a:srgbClr val="FFCC29"/>
                </a:solidFill>
                <a:effectLst/>
                <a:uLnTx/>
                <a:uFillTx/>
                <a:latin typeface="Calibri"/>
              </a:defRPr>
            </a:lvl1pPr>
            <a:lvl2pPr marL="68575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2914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08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247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412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6pPr>
            <a:lvl7pPr marL="2971578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7pPr>
            <a:lvl8pPr marL="3428744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8pPr>
            <a:lvl9pPr marL="3885910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9pPr>
          </a:lstStyle>
          <a:p>
            <a:r>
              <a:rPr lang="en-US" sz="2400" dirty="0"/>
              <a:t>Creating Joint Review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999EE348-DCFE-48B2-824C-148A5F3249BB}"/>
              </a:ext>
            </a:extLst>
          </p:cNvPr>
          <p:cNvSpPr txBox="1">
            <a:spLocks/>
          </p:cNvSpPr>
          <p:nvPr/>
        </p:nvSpPr>
        <p:spPr>
          <a:xfrm>
            <a:off x="231775" y="174172"/>
            <a:ext cx="4760913" cy="784225"/>
          </a:xfrm>
          <a:prstGeom prst="rect">
            <a:avLst/>
          </a:prstGeom>
        </p:spPr>
        <p:txBody>
          <a:bodyPr/>
          <a:lstStyle>
            <a:lvl1pPr marL="228589" marR="0" indent="-228589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2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66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2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42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2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20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1867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298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186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459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Joint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Select Create in Item menu to create a new Joint Review Item in Integrity.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3897" y="1268990"/>
            <a:ext cx="3643532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</a:t>
            </a:r>
            <a:r>
              <a:rPr lang="en-US" b="1" dirty="0"/>
              <a:t>Creating Joint Review</a:t>
            </a:r>
          </a:p>
          <a:p>
            <a:r>
              <a:rPr lang="en-US" dirty="0"/>
              <a:t>2.Editing data in Item view</a:t>
            </a:r>
          </a:p>
          <a:p>
            <a:r>
              <a:rPr lang="en-US" dirty="0"/>
              <a:t>3.Applying changes in created item</a:t>
            </a:r>
          </a:p>
          <a:p>
            <a:r>
              <a:rPr lang="en-US" dirty="0"/>
              <a:t>4.Item Details View</a:t>
            </a:r>
          </a:p>
          <a:p>
            <a:r>
              <a:rPr lang="en-US" dirty="0"/>
              <a:t>5.Joint Review Workflow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937" y="2084216"/>
            <a:ext cx="525780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776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Joint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Item details view will open up. Enter or select correct values for the fields present. Enter values in all fields. Mandatory fields are marked Red. 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3897" y="1268990"/>
            <a:ext cx="3643532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1.Creating Joint Review</a:t>
            </a:r>
          </a:p>
          <a:p>
            <a:r>
              <a:rPr lang="en-US" dirty="0"/>
              <a:t>2.</a:t>
            </a:r>
            <a:r>
              <a:rPr lang="en-US" b="1" dirty="0"/>
              <a:t>Editing data in Item view</a:t>
            </a:r>
          </a:p>
          <a:p>
            <a:r>
              <a:rPr lang="en-US" dirty="0"/>
              <a:t>3.Applying changes in created item</a:t>
            </a:r>
          </a:p>
          <a:p>
            <a:r>
              <a:rPr lang="en-US" dirty="0"/>
              <a:t>4.Item Details View</a:t>
            </a:r>
          </a:p>
          <a:p>
            <a:r>
              <a:rPr lang="en-US" dirty="0"/>
              <a:t>5.Joint Review Workflow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221" y="1941340"/>
            <a:ext cx="7096125" cy="375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864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Joint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other fields visible in the Item Details view must be filled.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Clicking on “Apply” will keep the user on the same screen while clicking on “OK” will show the user a non-editable form-like 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Clicking “Apply” will save the document. Alternately “Ctrl + S” can also be used.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on “OK” to finish creating.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7626" y="1367464"/>
            <a:ext cx="3643532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1.Creating Joint Review</a:t>
            </a:r>
          </a:p>
          <a:p>
            <a:r>
              <a:rPr lang="en-US" dirty="0"/>
              <a:t>2.Editing data in Item view</a:t>
            </a:r>
          </a:p>
          <a:p>
            <a:r>
              <a:rPr lang="en-US" dirty="0"/>
              <a:t>3.</a:t>
            </a:r>
            <a:r>
              <a:rPr lang="en-US" b="1" dirty="0"/>
              <a:t>Applying changes in created item</a:t>
            </a:r>
          </a:p>
          <a:p>
            <a:r>
              <a:rPr lang="en-US" dirty="0"/>
              <a:t>4.Item Details View</a:t>
            </a:r>
          </a:p>
          <a:p>
            <a:r>
              <a:rPr lang="en-US" dirty="0"/>
              <a:t>5.Joint Review Workflow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382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Joint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Once user clicks on “Apply”, the Item Details view will appear as follows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3897" y="1268990"/>
            <a:ext cx="3643532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1.Creating Joint Review</a:t>
            </a:r>
          </a:p>
          <a:p>
            <a:r>
              <a:rPr lang="en-US" dirty="0"/>
              <a:t>2.Editing data in Item view</a:t>
            </a:r>
          </a:p>
          <a:p>
            <a:r>
              <a:rPr lang="en-US" dirty="0"/>
              <a:t>3.Applying changes in created item</a:t>
            </a:r>
          </a:p>
          <a:p>
            <a:r>
              <a:rPr lang="en-US" dirty="0"/>
              <a:t>4.</a:t>
            </a:r>
            <a:r>
              <a:rPr lang="en-US" b="1" dirty="0"/>
              <a:t>Item Details View</a:t>
            </a:r>
          </a:p>
          <a:p>
            <a:r>
              <a:rPr lang="en-US" dirty="0"/>
              <a:t>5.Joint Review Workflow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604" y="1811141"/>
            <a:ext cx="554355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995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Joint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workflow will be as follows: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3897" y="1268990"/>
            <a:ext cx="3643532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1.Creating Joint Review</a:t>
            </a:r>
          </a:p>
          <a:p>
            <a:r>
              <a:rPr lang="en-US" dirty="0"/>
              <a:t>2.Editing data in Item view</a:t>
            </a:r>
          </a:p>
          <a:p>
            <a:r>
              <a:rPr lang="en-US" dirty="0"/>
              <a:t>3.Applying changes in created item</a:t>
            </a:r>
          </a:p>
          <a:p>
            <a:r>
              <a:rPr lang="en-US" dirty="0"/>
              <a:t>4.Item Details View</a:t>
            </a:r>
          </a:p>
          <a:p>
            <a:r>
              <a:rPr lang="en-US" dirty="0"/>
              <a:t>5.</a:t>
            </a:r>
            <a:r>
              <a:rPr lang="en-US" b="1" dirty="0"/>
              <a:t>Joint Review Workflow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949" y="2211347"/>
            <a:ext cx="163830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948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Joint Review –Details Tab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Details tab contains the following fields: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Summary</a:t>
            </a:r>
            <a:r>
              <a:rPr lang="en-US" dirty="0"/>
              <a:t>: Short Title for the Joint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Description</a:t>
            </a:r>
            <a:r>
              <a:rPr lang="en-US" dirty="0"/>
              <a:t>: Brief introduction of the Joint Review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Project</a:t>
            </a:r>
            <a:r>
              <a:rPr lang="en-US" dirty="0"/>
              <a:t>: Project for which the Joint Review will take 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State</a:t>
            </a:r>
            <a:r>
              <a:rPr lang="en-US" dirty="0"/>
              <a:t>: State of the item based on workflow. (Default state selected will be “Open”)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Agenda</a:t>
            </a:r>
            <a:r>
              <a:rPr lang="en-US" dirty="0"/>
              <a:t>: Points to be covered in the Joint Review with all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Participants</a:t>
            </a:r>
            <a:r>
              <a:rPr lang="en-US" dirty="0"/>
              <a:t>: Select participants (within Organization) for the Joint Review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External Participants</a:t>
            </a:r>
            <a:r>
              <a:rPr lang="en-US" dirty="0"/>
              <a:t>: Enter E-mails of Participants other than Organization separated by ‘;’ (semi-colon)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Meeting Schedule</a:t>
            </a:r>
            <a:r>
              <a:rPr lang="en-US" dirty="0"/>
              <a:t>: Select date and time for Joint Review from the Calendar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Duration</a:t>
            </a:r>
            <a:r>
              <a:rPr lang="en-US" dirty="0"/>
              <a:t>: Mention Duration of Joint Reviews in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Location</a:t>
            </a:r>
            <a:r>
              <a:rPr lang="en-US" dirty="0"/>
              <a:t>: Mention Venue for Joint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Meeting URL</a:t>
            </a:r>
            <a:r>
              <a:rPr lang="en-US" dirty="0"/>
              <a:t>: Mention Meeting URL or link if the Joint Review is taking place online. (If Any)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Conference Numbers</a:t>
            </a:r>
            <a:r>
              <a:rPr lang="en-US" dirty="0"/>
              <a:t>: Type Conference call numbers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Meeting Organizer</a:t>
            </a:r>
            <a:r>
              <a:rPr lang="en-US" dirty="0"/>
              <a:t>: Select name of the person that has organized this meeting (it can be the user who creates the Joint Review)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51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Joint Review –Minutes Tab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Attachment tab avails users to add item related files to the Joint Reviews:</a:t>
            </a:r>
          </a:p>
          <a:p>
            <a:r>
              <a:rPr lang="en-US" dirty="0"/>
              <a:t>        ₋Minutes–Attach MOMs </a:t>
            </a:r>
          </a:p>
          <a:p>
            <a:r>
              <a:rPr lang="en-US" dirty="0"/>
              <a:t>        ₋Customer Attachments –Related files discussed during Joint Reviews or that are part of Joint   Review</a:t>
            </a:r>
          </a:p>
          <a:p>
            <a:r>
              <a:rPr lang="en-US" dirty="0"/>
              <a:t>Note: Attachments can be of any file format. It should not exceed the size of 5MB.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28" y="2824870"/>
            <a:ext cx="74295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66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Joint Review  – Relationships  Tab 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Relationships tab include the following fields: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Review Record For: User can attach Related document to this field for which the Joint Review is carried out.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Also the user can create related item by clicking on      symbol.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Related document is Stakeholders Requirement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Action Item: User can attach action items to this fields that are related to this Joint Review based on project. 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248" y="2317426"/>
            <a:ext cx="247650" cy="266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114" y="3126658"/>
            <a:ext cx="5505450" cy="318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75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Reviewing the Joint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the Joint Review is over, the Meeting Organizer is responsible to change the state to Reviewed.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inform about Joint Review being Reviewed: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Edit the required Joint Review by right clicking and select “Edit Item”.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Change the state of the Joint Review from Open to Reviewed.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Changing the state to Reviewed will make the following fields mandatory before applying changes.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Joint Review Summary (Last field in Details Tab)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Joint Review Record For (Relationships Tab)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Minutes(Attachment Tab)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Fill the mandatory fields and click on “Apply” button.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11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Closing the Joint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the Joint Review is over, the Meeting Organizer is responsible to change the state to Closed.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inform about Joint Review being Closed: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Edit the required Joint Review by right clicking and select “Edit Item”.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Change the state of the Joint Review from Open to Closed.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Before saving changes make sure all mandatory fields and information is correctly entered.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Fill the mandatory fields and click on “Apply” button. </a:t>
            </a:r>
          </a:p>
          <a:p>
            <a:pPr lvl="1"/>
            <a:r>
              <a:rPr lang="en-US"/>
              <a:t>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319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Reviewing the Joint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the Joint Review is over, the Meeting Organizer is responsible to change the state to Reviewed.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inform about Joint Review being Reviewed: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Edit the required Joint Review by right clicking and select “Edit Item”.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Change the state of the Joint Review from Open to Reviewed.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Changing the state to Reviewed will make the following fields mandatory before applying changes.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Joint Review Summary (Last field in Details Tab)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Joint Review Record For (Relationships Tab)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Minutes(Attachment Tab)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Fill the mandatory fields and click on “Apply” button.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123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1685A-8515-466A-B411-3766D4308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58C9A-1F65-4701-9665-08CCB015B5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DA722-9BB7-405E-9443-38C408CEEF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Picture 7" descr="A picture containing laying, indoor&#10;&#10;Description automatically generated">
            <a:extLst>
              <a:ext uri="{FF2B5EF4-FFF2-40B4-BE49-F238E27FC236}">
                <a16:creationId xmlns:a16="http://schemas.microsoft.com/office/drawing/2014/main" id="{8058615D-1AA3-4F92-83C7-14B1854F7D0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992" y="3352009"/>
            <a:ext cx="12222000" cy="352471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AAA3AF9-1DDE-46E9-8E72-5C0F9A2713CC}"/>
              </a:ext>
            </a:extLst>
          </p:cNvPr>
          <p:cNvSpPr/>
          <p:nvPr/>
        </p:nvSpPr>
        <p:spPr>
          <a:xfrm>
            <a:off x="-14991" y="-19049"/>
            <a:ext cx="12218400" cy="3380399"/>
          </a:xfrm>
          <a:prstGeom prst="rect">
            <a:avLst/>
          </a:prstGeom>
          <a:gradFill>
            <a:gsLst>
              <a:gs pos="38000">
                <a:srgbClr val="07163D"/>
              </a:gs>
              <a:gs pos="81000">
                <a:srgbClr val="0D2552"/>
              </a:gs>
              <a:gs pos="100000">
                <a:srgbClr val="2D4A8B"/>
              </a:gs>
              <a:gs pos="15000">
                <a:srgbClr val="15294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IN" sz="1351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083BD17-B80E-4631-AD2E-BF47623EF767}"/>
              </a:ext>
            </a:extLst>
          </p:cNvPr>
          <p:cNvSpPr txBox="1">
            <a:spLocks/>
          </p:cNvSpPr>
          <p:nvPr/>
        </p:nvSpPr>
        <p:spPr>
          <a:xfrm>
            <a:off x="1968477" y="1323941"/>
            <a:ext cx="35280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67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defTabSz="1219078">
              <a:defRPr/>
            </a:pPr>
            <a:r>
              <a:rPr lang="en-US" sz="4800" b="1" dirty="0">
                <a:solidFill>
                  <a:srgbClr val="FFFFFF"/>
                </a:solidFill>
                <a:latin typeface="Calibri"/>
              </a:rPr>
              <a:t>Thank you</a:t>
            </a:r>
            <a:endParaRPr lang="en-IN" sz="4800" b="1" dirty="0">
              <a:solidFill>
                <a:srgbClr val="FFFFFF"/>
              </a:solidFill>
              <a:latin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F5D1185-69F8-4C8E-9576-AC94C2F4B687}"/>
              </a:ext>
            </a:extLst>
          </p:cNvPr>
          <p:cNvGrpSpPr/>
          <p:nvPr/>
        </p:nvGrpSpPr>
        <p:grpSpPr>
          <a:xfrm>
            <a:off x="1259561" y="1037089"/>
            <a:ext cx="1065707" cy="1126383"/>
            <a:chOff x="-3330575" y="3005138"/>
            <a:chExt cx="1533526" cy="1620837"/>
          </a:xfrm>
          <a:solidFill>
            <a:srgbClr val="FFCB05"/>
          </a:solidFill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EBD3ABD-D628-4160-BDA4-DB9B5C054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AF97441F-769C-4DF4-BF6C-7951C6409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60A6320-A01D-4A6D-A334-E7B7DC190E1A}"/>
              </a:ext>
            </a:extLst>
          </p:cNvPr>
          <p:cNvGrpSpPr/>
          <p:nvPr/>
        </p:nvGrpSpPr>
        <p:grpSpPr>
          <a:xfrm>
            <a:off x="5172456" y="1899597"/>
            <a:ext cx="996725" cy="1078995"/>
            <a:chOff x="2301081" y="6662108"/>
            <a:chExt cx="1500188" cy="1624012"/>
          </a:xfrm>
          <a:solidFill>
            <a:srgbClr val="FFCB05"/>
          </a:solidFill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B302BA02-C848-47DB-A8B1-A9C994D4F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FCC6B40C-6B14-4DC8-BFCD-85C66CA65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05321B3B-2840-4BAE-9B09-6A7525E3C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3861950"/>
      </p:ext>
    </p:extLst>
  </p:cSld>
  <p:clrMapOvr>
    <a:masterClrMapping/>
  </p:clrMapOvr>
</p:sld>
</file>

<file path=ppt/theme/theme1.xml><?xml version="1.0" encoding="utf-8"?>
<a:theme xmlns:a="http://schemas.openxmlformats.org/drawingml/2006/main" name="1_L&amp;T Theme 2">
  <a:themeElements>
    <a:clrScheme name="L&amp;T Colors">
      <a:dk1>
        <a:srgbClr val="000000"/>
      </a:dk1>
      <a:lt1>
        <a:srgbClr val="FFFFFF"/>
      </a:lt1>
      <a:dk2>
        <a:srgbClr val="00B0F0"/>
      </a:dk2>
      <a:lt2>
        <a:srgbClr val="004581"/>
      </a:lt2>
      <a:accent1>
        <a:srgbClr val="0556CD"/>
      </a:accent1>
      <a:accent2>
        <a:srgbClr val="058EFF"/>
      </a:accent2>
      <a:accent3>
        <a:srgbClr val="FFCC29"/>
      </a:accent3>
      <a:accent4>
        <a:srgbClr val="F7411D"/>
      </a:accent4>
      <a:accent5>
        <a:srgbClr val="1A9664"/>
      </a:accent5>
      <a:accent6>
        <a:srgbClr val="DA8200"/>
      </a:accent6>
      <a:hlink>
        <a:srgbClr val="7BD3F7"/>
      </a:hlink>
      <a:folHlink>
        <a:srgbClr val="0769F9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1669</TotalTime>
  <Words>1116</Words>
  <Application>Microsoft Office PowerPoint</Application>
  <PresentationFormat>Widescreen</PresentationFormat>
  <Paragraphs>201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Open Sans</vt:lpstr>
      <vt:lpstr>1_L&amp;T Theme 2</vt:lpstr>
      <vt:lpstr>PowerPoint Presentation</vt:lpstr>
      <vt:lpstr>Definitions/Acronyms: </vt:lpstr>
      <vt:lpstr>What Are Items? </vt:lpstr>
      <vt:lpstr>PowerPoint Presentation</vt:lpstr>
      <vt:lpstr>Creating Joint Review</vt:lpstr>
      <vt:lpstr>Creating Joint Review</vt:lpstr>
      <vt:lpstr>Creating Joint Review</vt:lpstr>
      <vt:lpstr>Creating Joint Review</vt:lpstr>
      <vt:lpstr>Creating Joint Review</vt:lpstr>
      <vt:lpstr>Joint Review –Details Tab</vt:lpstr>
      <vt:lpstr>Joint Review –Minutes Tab</vt:lpstr>
      <vt:lpstr>Joint Review  – Relationships  Tab </vt:lpstr>
      <vt:lpstr>Reviewing the Joint Review</vt:lpstr>
      <vt:lpstr>Closing the Joint Review</vt:lpstr>
      <vt:lpstr>Reviewing the Joint Review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Ganakumar G</dc:creator>
  <cp:lastModifiedBy>Ganakumar G</cp:lastModifiedBy>
  <cp:revision>355</cp:revision>
  <dcterms:created xsi:type="dcterms:W3CDTF">2020-07-21T02:35:22Z</dcterms:created>
  <dcterms:modified xsi:type="dcterms:W3CDTF">2020-07-30T15:17:32Z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5591f2-6b23-403d-aa5f-b6d577f5e572_Enabled">
    <vt:lpwstr>true</vt:lpwstr>
  </property>
  <property fmtid="{D5CDD505-2E9C-101B-9397-08002B2CF9AE}" pid="3" name="MSIP_Label_4b5591f2-6b23-403d-aa5f-b6d577f5e572_SetDate">
    <vt:lpwstr>2020-07-29T05:15:02Z</vt:lpwstr>
  </property>
  <property fmtid="{D5CDD505-2E9C-101B-9397-08002B2CF9AE}" pid="4" name="MSIP_Label_4b5591f2-6b23-403d-aa5f-b6d577f5e572_Method">
    <vt:lpwstr>Standard</vt:lpwstr>
  </property>
  <property fmtid="{D5CDD505-2E9C-101B-9397-08002B2CF9AE}" pid="5" name="MSIP_Label_4b5591f2-6b23-403d-aa5f-b6d577f5e572_Name">
    <vt:lpwstr>4b5591f2-6b23-403d-aa5f-b6d577f5e572</vt:lpwstr>
  </property>
  <property fmtid="{D5CDD505-2E9C-101B-9397-08002B2CF9AE}" pid="6" name="MSIP_Label_4b5591f2-6b23-403d-aa5f-b6d577f5e572_SiteId">
    <vt:lpwstr>311b3378-8e8a-4b5e-a33f-e80a3d8ba60a</vt:lpwstr>
  </property>
  <property fmtid="{D5CDD505-2E9C-101B-9397-08002B2CF9AE}" pid="7" name="MSIP_Label_4b5591f2-6b23-403d-aa5f-b6d577f5e572_ActionId">
    <vt:lpwstr>61ef78e9-8e23-44ff-b17b-000055f79dc3</vt:lpwstr>
  </property>
  <property fmtid="{D5CDD505-2E9C-101B-9397-08002B2CF9AE}" pid="8" name="MSIP_Label_4b5591f2-6b23-403d-aa5f-b6d577f5e572_ContentBits">
    <vt:lpwstr>0</vt:lpwstr>
  </property>
</Properties>
</file>