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14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85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6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01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1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86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6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87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21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75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88CC2-885A-4987-AEDB-FAD5B894719E}" type="datetimeFigureOut">
              <a:rPr lang="en-US" smtClean="0"/>
              <a:t>2019-09-04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98010-56ED-4886-B15E-FB41339D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96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Installation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2912" y="2467769"/>
            <a:ext cx="368617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7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825" y="1338262"/>
            <a:ext cx="584835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3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1366837"/>
            <a:ext cx="58674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650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587" y="1338262"/>
            <a:ext cx="58388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55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376362"/>
            <a:ext cx="582930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1400175"/>
            <a:ext cx="56864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3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487" y="1366837"/>
            <a:ext cx="59150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95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87" y="1366837"/>
            <a:ext cx="57626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07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1343025"/>
            <a:ext cx="58769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9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366837"/>
            <a:ext cx="59436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14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25" y="1395412"/>
            <a:ext cx="56959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29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62" y="1371600"/>
            <a:ext cx="57054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20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47787"/>
            <a:ext cx="5791200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47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50" y="1476375"/>
            <a:ext cx="37719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80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962" y="1362075"/>
            <a:ext cx="59340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41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112" y="1347787"/>
            <a:ext cx="58197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62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25" y="1376362"/>
            <a:ext cx="577215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3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87" y="1371600"/>
            <a:ext cx="576262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03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338262"/>
            <a:ext cx="582930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37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1352550"/>
            <a:ext cx="587692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20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479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</Words>
  <Application>Microsoft Office PowerPoint</Application>
  <PresentationFormat>Widescreen</PresentationFormat>
  <Paragraphs>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Server Installation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Ganakumar G</dc:creator>
  <cp:lastModifiedBy>Ganakumar G</cp:lastModifiedBy>
  <cp:revision>4</cp:revision>
  <dcterms:created xsi:type="dcterms:W3CDTF">2019-09-04T13:50:41Z</dcterms:created>
  <dcterms:modified xsi:type="dcterms:W3CDTF">2019-09-04T15:15:05Z</dcterms:modified>
</cp:coreProperties>
</file>